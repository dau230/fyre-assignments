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</p:sldIdLst>
  <p:sldSz cy="5143500" cx="9144000"/>
  <p:notesSz cx="6858000" cy="9144000"/>
  <p:embeddedFontLst>
    <p:embeddedFont>
      <p:font typeface="Poppins"/>
      <p:regular r:id="rId17"/>
      <p:bold r:id="rId18"/>
      <p:italic r:id="rId19"/>
      <p:boldItalic r:id="rId20"/>
    </p:embeddedFont>
    <p:embeddedFont>
      <p:font typeface="Poppins Medium"/>
      <p:regular r:id="rId21"/>
      <p:bold r:id="rId22"/>
      <p:italic r:id="rId23"/>
      <p:boldItalic r:id="rId24"/>
    </p:embeddedFont>
    <p:embeddedFont>
      <p:font typeface="Poppins SemiBold"/>
      <p:regular r:id="rId25"/>
      <p:bold r:id="rId26"/>
      <p:italic r:id="rId27"/>
      <p:boldItalic r:id="rId28"/>
    </p:embeddedFont>
    <p:embeddedFont>
      <p:font typeface="PT Sans"/>
      <p:regular r:id="rId29"/>
      <p:bold r:id="rId30"/>
      <p:italic r:id="rId31"/>
      <p:boldItalic r:id="rId3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852EA0B6-802F-4BAE-8C68-131638D3EB2A}">
  <a:tblStyle styleId="{852EA0B6-802F-4BAE-8C68-131638D3EB2A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oppins-boldItalic.fntdata"/><Relationship Id="rId22" Type="http://schemas.openxmlformats.org/officeDocument/2006/relationships/font" Target="fonts/PoppinsMedium-bold.fntdata"/><Relationship Id="rId21" Type="http://schemas.openxmlformats.org/officeDocument/2006/relationships/font" Target="fonts/PoppinsMedium-regular.fntdata"/><Relationship Id="rId24" Type="http://schemas.openxmlformats.org/officeDocument/2006/relationships/font" Target="fonts/PoppinsMedium-boldItalic.fntdata"/><Relationship Id="rId23" Type="http://schemas.openxmlformats.org/officeDocument/2006/relationships/font" Target="fonts/PoppinsMedium-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PoppinsSemiBold-bold.fntdata"/><Relationship Id="rId25" Type="http://schemas.openxmlformats.org/officeDocument/2006/relationships/font" Target="fonts/PoppinsSemiBold-regular.fntdata"/><Relationship Id="rId28" Type="http://schemas.openxmlformats.org/officeDocument/2006/relationships/font" Target="fonts/PoppinsSemiBold-boldItalic.fntdata"/><Relationship Id="rId27" Type="http://schemas.openxmlformats.org/officeDocument/2006/relationships/font" Target="fonts/PoppinsSemiBold-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PTSans-regular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font" Target="fonts/PTSans-italic.fntdata"/><Relationship Id="rId30" Type="http://schemas.openxmlformats.org/officeDocument/2006/relationships/font" Target="fonts/PTSans-bold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32" Type="http://schemas.openxmlformats.org/officeDocument/2006/relationships/font" Target="fonts/PTSans-boldItalic.fntdata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font" Target="fonts/Poppins-regular.fntdata"/><Relationship Id="rId16" Type="http://schemas.openxmlformats.org/officeDocument/2006/relationships/slide" Target="slides/slide11.xml"/><Relationship Id="rId19" Type="http://schemas.openxmlformats.org/officeDocument/2006/relationships/font" Target="fonts/Poppins-italic.fntdata"/><Relationship Id="rId18" Type="http://schemas.openxmlformats.org/officeDocument/2006/relationships/font" Target="fonts/Poppins-bold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25" name="Shape 16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6" name="Google Shape;1612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7" name="Google Shape;1612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Josh: Hi everyone, </a:t>
            </a:r>
            <a:r>
              <a:rPr lang="en">
                <a:solidFill>
                  <a:schemeClr val="dk1"/>
                </a:solidFill>
              </a:rPr>
              <a:t>[ “I’m Josh” ],</a:t>
            </a:r>
            <a:r>
              <a:rPr lang="en"/>
              <a:t> [ “I’m TS” ], [ “I’m Daniel” ], and our project is about an automated shower vent!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37" name="Shape 16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8" name="Google Shape;16138;gd431007ba2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39" name="Google Shape;16139;gd431007ba2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</a:t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44" name="Shape 16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5" name="Google Shape;16145;g54dda1946d_6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46" name="Google Shape;16146;g54dda1946d_6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Daniel: Like the great future engineers we are we asked ourselves what’s the problem that we want to change lives with solving.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41" name="Shape 16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2" name="Google Shape;16242;g14072739ea5_12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43" name="Google Shape;16243;g14072739ea5_1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Daniel: “ Mold forms in damp warm places and after a steamy hot shower the bathroom is a wet dream if you’re mold. Everyone hates mold I </a:t>
            </a:r>
            <a:r>
              <a:rPr lang="en"/>
              <a:t>haven't</a:t>
            </a:r>
            <a:r>
              <a:rPr lang="en"/>
              <a:t> heard one person say they like mold except for when they invented </a:t>
            </a:r>
            <a:r>
              <a:rPr lang="en"/>
              <a:t>penicillin. Its nasty on food and causes health problems like allergic reactions, sneezing, and nose bleeds. It also destroys the infrastructure of your lovely home.”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80" name="Shape 16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" name="Google Shape;16281;h7b10e67060eab92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82" name="Google Shape;16282;h7b10e67060eab92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Daniel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99" name="Shape 16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0" name="Google Shape;16300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01" name="Google Shape;16301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28" name="Shape 1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9" name="Google Shape;16329;h3da37956bbaa2040_1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0" name="Google Shape;16330;h3da37956bbaa2040_1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Josh: “TO align with prototype revisions” is more towards when we changed the DC motor to a stepper motor. We needed to update our code so it controls the stepper motor properly!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44" name="Shape 16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5" name="Google Shape;16345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46" name="Google Shape;16346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TS Presenting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84" name="Shape 16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Google Shape;16385;h7ebfb7213db4cedb_2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86" name="Google Shape;16386;h7ebfb7213db4cedb_2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TS Presenting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24" name="Shape 16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5" name="Google Shape;16425;gd5260bdd85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26" name="Google Shape;16426;gd5260bdd85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TS Presenting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66" name="Shape 16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7" name="Google Shape;16467;h401ec4602561a69_13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68" name="Google Shape;16468;h401ec4602561a69_13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" name="Google Shape;10;p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" name="Google Shape;1626;p2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b="0" sz="60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27" name="Google Shape;1627;p2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28" name="Google Shape;1628;p2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2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0" name="Google Shape;1630;p2"/>
          <p:cNvGrpSpPr/>
          <p:nvPr/>
        </p:nvGrpSpPr>
        <p:grpSpPr>
          <a:xfrm>
            <a:off x="-77409" y="-99751"/>
            <a:ext cx="347597" cy="4345456"/>
            <a:chOff x="-136402" y="-175976"/>
            <a:chExt cx="347597" cy="4345456"/>
          </a:xfrm>
        </p:grpSpPr>
        <p:sp>
          <p:nvSpPr>
            <p:cNvPr id="1631" name="Google Shape;1631;p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" name="Google Shape;1658;p2"/>
          <p:cNvGrpSpPr/>
          <p:nvPr/>
        </p:nvGrpSpPr>
        <p:grpSpPr>
          <a:xfrm>
            <a:off x="-77409" y="-99751"/>
            <a:ext cx="347597" cy="4345451"/>
            <a:chOff x="-136402" y="-175976"/>
            <a:chExt cx="347597" cy="4345451"/>
          </a:xfrm>
        </p:grpSpPr>
        <p:sp>
          <p:nvSpPr>
            <p:cNvPr id="1659" name="Google Shape;1659;p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" name="Google Shape;1685;p2"/>
          <p:cNvSpPr/>
          <p:nvPr/>
        </p:nvSpPr>
        <p:spPr>
          <a:xfrm>
            <a:off x="-77457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686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7" name="Google Shape;1687;p3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688" name="Google Shape;1688;p3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4" name="Google Shape;3304;p3"/>
          <p:cNvSpPr txBox="1"/>
          <p:nvPr>
            <p:ph type="title"/>
          </p:nvPr>
        </p:nvSpPr>
        <p:spPr>
          <a:xfrm>
            <a:off x="720000" y="2427410"/>
            <a:ext cx="50676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05" name="Google Shape;3305;p3"/>
          <p:cNvSpPr txBox="1"/>
          <p:nvPr>
            <p:ph hasCustomPrompt="1"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06" name="Google Shape;3306;p3"/>
          <p:cNvSpPr txBox="1"/>
          <p:nvPr>
            <p:ph idx="1" type="subTitle"/>
          </p:nvPr>
        </p:nvSpPr>
        <p:spPr>
          <a:xfrm>
            <a:off x="720000" y="3471913"/>
            <a:ext cx="5067600" cy="3750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307" name="Google Shape;3307;p3"/>
          <p:cNvSpPr/>
          <p:nvPr/>
        </p:nvSpPr>
        <p:spPr>
          <a:xfrm>
            <a:off x="298276" y="242362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10" name="Google Shape;3310;p4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3311" name="Google Shape;3311;p4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3312" name="Google Shape;3312;p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9" name="Google Shape;3339;p4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3340" name="Google Shape;3340;p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6" name="Google Shape;3366;p4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4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8" name="Google Shape;3368;p4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9" name="Google Shape;3369;p4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370" name="Shape 3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1" name="Google Shape;3371;p5"/>
          <p:cNvSpPr txBox="1"/>
          <p:nvPr>
            <p:ph type="title"/>
          </p:nvPr>
        </p:nvSpPr>
        <p:spPr>
          <a:xfrm>
            <a:off x="720000" y="445025"/>
            <a:ext cx="77040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2" name="Google Shape;3372;p5"/>
          <p:cNvSpPr txBox="1"/>
          <p:nvPr>
            <p:ph idx="1" type="subTitle"/>
          </p:nvPr>
        </p:nvSpPr>
        <p:spPr>
          <a:xfrm>
            <a:off x="1080738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3" name="Google Shape;3373;p5"/>
          <p:cNvSpPr txBox="1"/>
          <p:nvPr>
            <p:ph idx="2" type="subTitle"/>
          </p:nvPr>
        </p:nvSpPr>
        <p:spPr>
          <a:xfrm>
            <a:off x="1080738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4" name="Google Shape;3374;p5"/>
          <p:cNvSpPr txBox="1"/>
          <p:nvPr>
            <p:ph idx="3" type="subTitle"/>
          </p:nvPr>
        </p:nvSpPr>
        <p:spPr>
          <a:xfrm>
            <a:off x="5083366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5" name="Google Shape;3375;p5"/>
          <p:cNvSpPr txBox="1"/>
          <p:nvPr>
            <p:ph idx="4" type="subTitle"/>
          </p:nvPr>
        </p:nvSpPr>
        <p:spPr>
          <a:xfrm>
            <a:off x="5083366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6" name="Google Shape;3376;p5"/>
          <p:cNvSpPr/>
          <p:nvPr/>
        </p:nvSpPr>
        <p:spPr>
          <a:xfrm>
            <a:off x="64365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7" name="Google Shape;3377;p5"/>
          <p:cNvSpPr/>
          <p:nvPr/>
        </p:nvSpPr>
        <p:spPr>
          <a:xfrm>
            <a:off x="77502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8" name="Google Shape;3378;p5"/>
          <p:cNvSpPr/>
          <p:nvPr/>
        </p:nvSpPr>
        <p:spPr>
          <a:xfrm>
            <a:off x="335400" y="418499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9" name="Google Shape;3379;p5"/>
          <p:cNvGrpSpPr/>
          <p:nvPr/>
        </p:nvGrpSpPr>
        <p:grpSpPr>
          <a:xfrm rot="10800000">
            <a:off x="8869823" y="-160500"/>
            <a:ext cx="347597" cy="4345456"/>
            <a:chOff x="-136402" y="-175976"/>
            <a:chExt cx="347597" cy="4345456"/>
          </a:xfrm>
        </p:grpSpPr>
        <p:sp>
          <p:nvSpPr>
            <p:cNvPr id="3380" name="Google Shape;3380;p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5"/>
          <p:cNvGrpSpPr/>
          <p:nvPr/>
        </p:nvGrpSpPr>
        <p:grpSpPr>
          <a:xfrm rot="10800000">
            <a:off x="8869823" y="-160495"/>
            <a:ext cx="347597" cy="4345451"/>
            <a:chOff x="-136402" y="-175976"/>
            <a:chExt cx="347597" cy="4345451"/>
          </a:xfrm>
        </p:grpSpPr>
        <p:sp>
          <p:nvSpPr>
            <p:cNvPr id="3408" name="Google Shape;3408;p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4" name="Google Shape;3434;p5"/>
          <p:cNvSpPr/>
          <p:nvPr/>
        </p:nvSpPr>
        <p:spPr>
          <a:xfrm rot="10800000">
            <a:off x="8869768" y="-16049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435" name="Shape 3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6" name="Google Shape;3436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3437" name="Google Shape;3437;p6"/>
          <p:cNvGrpSpPr/>
          <p:nvPr/>
        </p:nvGrpSpPr>
        <p:grpSpPr>
          <a:xfrm rot="10800000">
            <a:off x="-91627" y="662838"/>
            <a:ext cx="347597" cy="4345456"/>
            <a:chOff x="-136402" y="-175976"/>
            <a:chExt cx="347597" cy="4345456"/>
          </a:xfrm>
        </p:grpSpPr>
        <p:sp>
          <p:nvSpPr>
            <p:cNvPr id="3438" name="Google Shape;3438;p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5" name="Google Shape;3465;p6"/>
          <p:cNvGrpSpPr/>
          <p:nvPr/>
        </p:nvGrpSpPr>
        <p:grpSpPr>
          <a:xfrm rot="10800000">
            <a:off x="-91627" y="662842"/>
            <a:ext cx="347597" cy="4345451"/>
            <a:chOff x="-136402" y="-175976"/>
            <a:chExt cx="347597" cy="4345451"/>
          </a:xfrm>
        </p:grpSpPr>
        <p:sp>
          <p:nvSpPr>
            <p:cNvPr id="3466" name="Google Shape;3466;p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2" name="Google Shape;3492;p6"/>
          <p:cNvSpPr/>
          <p:nvPr/>
        </p:nvSpPr>
        <p:spPr>
          <a:xfrm rot="10800000">
            <a:off x="-91682" y="66284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6"/>
          <p:cNvSpPr/>
          <p:nvPr/>
        </p:nvSpPr>
        <p:spPr>
          <a:xfrm>
            <a:off x="8837625" y="874400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6"/>
          <p:cNvSpPr/>
          <p:nvPr/>
        </p:nvSpPr>
        <p:spPr>
          <a:xfrm>
            <a:off x="8338925" y="-159825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3495" name="Shape 3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6" name="Google Shape;3496;p7"/>
          <p:cNvSpPr txBox="1"/>
          <p:nvPr>
            <p:ph idx="1" type="subTitle"/>
          </p:nvPr>
        </p:nvSpPr>
        <p:spPr>
          <a:xfrm>
            <a:off x="720000" y="1920325"/>
            <a:ext cx="4294800" cy="200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7" name="Google Shape;3497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8" name="Google Shape;3498;p7"/>
          <p:cNvSpPr/>
          <p:nvPr>
            <p:ph idx="2" type="pic"/>
          </p:nvPr>
        </p:nvSpPr>
        <p:spPr>
          <a:xfrm>
            <a:off x="5679299" y="1520550"/>
            <a:ext cx="2801700" cy="2801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3499" name="Google Shape;3499;p7"/>
          <p:cNvSpPr/>
          <p:nvPr/>
        </p:nvSpPr>
        <p:spPr>
          <a:xfrm>
            <a:off x="339875" y="292862"/>
            <a:ext cx="469242" cy="493282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1" name="Google Shape;3501;p8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3502" name="Google Shape;3502;p8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8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8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8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8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8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8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8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8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8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8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8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8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8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8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8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8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8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8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8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8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8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8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8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8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8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8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8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8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8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8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8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8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8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8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8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8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8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8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8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8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8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8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8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8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8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8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8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8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8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8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8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8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8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8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8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8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8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8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8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8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8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8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8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8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8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8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8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8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8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8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8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8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8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8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8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8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8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8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8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8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8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8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8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8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8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8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8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8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8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8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8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8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8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8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8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8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8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8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8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8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8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8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8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8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8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8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8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8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8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8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8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8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8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8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8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8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8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8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8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8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8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8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8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8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8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8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8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8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8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8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8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8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8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8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8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8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8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8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8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8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8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8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8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8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8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8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8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8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8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8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8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8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8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8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8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8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8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8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8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8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8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8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8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8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8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8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8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8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8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8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8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8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8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8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8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8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8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8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8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8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8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8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8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8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8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8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8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8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8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8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8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8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8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8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8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8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8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8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8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8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8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8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8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8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8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8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8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8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8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8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8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8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8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8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8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8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8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8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8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8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8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8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8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8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8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8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8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8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8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8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8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8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8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8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8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8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8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8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8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8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8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8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8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8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8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8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8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8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8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8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8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8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8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8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8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8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8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8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8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8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8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8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8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8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8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8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8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8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8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8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8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8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8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8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8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8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8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8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8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8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8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8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8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8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8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8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8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8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8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8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8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8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8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8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8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8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8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8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8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8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8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8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8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8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8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8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8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8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8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8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8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8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8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8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8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8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8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8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8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8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8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8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8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8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8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8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8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8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8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8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8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8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8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8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8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8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8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8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8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8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8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8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8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8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8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8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8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8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8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8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8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8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8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8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8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8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8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8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8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8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8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8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8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8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8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8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8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8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8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8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8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8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8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8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8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8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8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8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8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8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8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8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8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8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8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8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8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8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8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8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8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8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8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8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8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8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8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8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8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8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8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8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8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8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8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8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8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8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8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8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8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8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8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8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8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8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8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8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8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8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8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8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8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8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8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8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8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8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8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8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8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8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8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8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8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8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8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8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8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8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8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8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8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8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8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8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8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8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8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8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8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8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8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8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8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8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8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8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8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8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8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8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8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8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8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8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8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8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8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8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8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8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8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8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8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8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8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8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8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8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8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8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8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8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8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8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8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8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8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8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8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8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8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8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8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8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8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8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8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8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8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8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8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8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8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8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8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8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8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8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8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8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8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8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8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8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8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8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8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8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8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8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8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8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8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8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8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8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8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8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8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8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8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8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8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8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8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8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8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8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8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8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8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8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8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8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8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8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8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8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8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8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8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8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8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8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8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8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8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8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8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8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8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8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8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8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8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8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8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8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8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8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8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8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8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8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8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8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8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8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8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8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8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8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8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8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8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8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8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8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8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8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8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8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8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8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8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8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8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8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8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8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8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8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8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8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8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8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8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8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8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8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8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8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8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8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8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8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8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8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8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8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8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8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8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8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8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8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8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8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8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8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8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8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8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8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8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8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8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8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8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8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8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8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8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8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8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8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8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8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8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8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8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8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8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8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8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8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8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8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8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8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8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8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8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8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8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8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8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8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8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8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8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8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8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8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8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8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8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8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8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8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8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8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8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8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8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8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8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8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8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8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8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8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8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8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8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8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8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8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8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8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8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8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8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8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8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8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8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8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8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8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8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8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8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8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8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8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8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8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8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8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8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8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8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8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8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8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8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8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8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8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8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8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8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8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8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8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8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8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8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8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8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8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8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8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8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8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8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8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8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8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8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8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8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8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8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8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8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8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8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8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8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8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8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8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8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8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8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8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8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8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8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8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8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8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8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8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8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8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8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8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8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8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8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8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8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8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8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8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8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8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8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8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8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8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8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8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8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8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8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8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8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8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8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8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8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8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8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8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8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8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8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8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8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8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8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8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8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8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8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8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8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8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8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8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8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8" name="Google Shape;5118;p8"/>
          <p:cNvSpPr txBox="1"/>
          <p:nvPr>
            <p:ph type="title"/>
          </p:nvPr>
        </p:nvSpPr>
        <p:spPr>
          <a:xfrm>
            <a:off x="1115550" y="1506000"/>
            <a:ext cx="6912900" cy="21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5119" name="Google Shape;5119;p8"/>
          <p:cNvGrpSpPr/>
          <p:nvPr/>
        </p:nvGrpSpPr>
        <p:grpSpPr>
          <a:xfrm rot="5400000">
            <a:off x="2712145" y="-2074329"/>
            <a:ext cx="347597" cy="4345456"/>
            <a:chOff x="-136402" y="-175976"/>
            <a:chExt cx="347597" cy="4345456"/>
          </a:xfrm>
        </p:grpSpPr>
        <p:sp>
          <p:nvSpPr>
            <p:cNvPr id="5120" name="Google Shape;5120;p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8"/>
          <p:cNvGrpSpPr/>
          <p:nvPr/>
        </p:nvGrpSpPr>
        <p:grpSpPr>
          <a:xfrm rot="5400000">
            <a:off x="2712147" y="-2074327"/>
            <a:ext cx="347597" cy="4345451"/>
            <a:chOff x="-136402" y="-175976"/>
            <a:chExt cx="347597" cy="4345451"/>
          </a:xfrm>
        </p:grpSpPr>
        <p:sp>
          <p:nvSpPr>
            <p:cNvPr id="5148" name="Google Shape;5148;p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4" name="Google Shape;5174;p8"/>
          <p:cNvSpPr/>
          <p:nvPr/>
        </p:nvSpPr>
        <p:spPr>
          <a:xfrm rot="5400000">
            <a:off x="271212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5" name="Google Shape;5175;p8"/>
          <p:cNvSpPr/>
          <p:nvPr/>
        </p:nvSpPr>
        <p:spPr>
          <a:xfrm flipH="1" rot="10800000">
            <a:off x="3699275" y="4528850"/>
            <a:ext cx="4680600" cy="80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5176" name="Shape 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7" name="Google Shape;5177;p9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5178" name="Google Shape;5178;p9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9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9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9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9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9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9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9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9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9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9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9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9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9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9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9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9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9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9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9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9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9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9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9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9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9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9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9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9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9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9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9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9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9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9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9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9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9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9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9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9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9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9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9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9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9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9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9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9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9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9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9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9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9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9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9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9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9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9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9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9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9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9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9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9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9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9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9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9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9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9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9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9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9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9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9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9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9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9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9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9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9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9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9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9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9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9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9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9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9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9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9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9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9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9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9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9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9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9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9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9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9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9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9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9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9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9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9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9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9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9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9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9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9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9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9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9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9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9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9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9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9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9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9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9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9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9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9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9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9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9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9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9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9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9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9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9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9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9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9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9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9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9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9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9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9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9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9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9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9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9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9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9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9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9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9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9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9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9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9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9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9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9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9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9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9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9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9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9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9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9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9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9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9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9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9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9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9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9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9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9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9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9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9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9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9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9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9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9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9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9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9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9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9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9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9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9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9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9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9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9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9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9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9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9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9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9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9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9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9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9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9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9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9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9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9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9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9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9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9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9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9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9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9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9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9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9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9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9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9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9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9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9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9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9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9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9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9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9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9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9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9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9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9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9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9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9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9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9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9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9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9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9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9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9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9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9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9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9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9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9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9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9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9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9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9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9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9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9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9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9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9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9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9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9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9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9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9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9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9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9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9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9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9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9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9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9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9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9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9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9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9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9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9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9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9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9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9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9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9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9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9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9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9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9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9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9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9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9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9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9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9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9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9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9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9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9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9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9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9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9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9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9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9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9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9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9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9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9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9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9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9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9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9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9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9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9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9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9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9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9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9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9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9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9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9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9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9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9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9"/>
          <p:cNvSpPr txBox="1"/>
          <p:nvPr>
            <p:ph type="title"/>
          </p:nvPr>
        </p:nvSpPr>
        <p:spPr>
          <a:xfrm>
            <a:off x="713225" y="2310023"/>
            <a:ext cx="5722500" cy="197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5" name="Google Shape;6795;p9"/>
          <p:cNvSpPr txBox="1"/>
          <p:nvPr>
            <p:ph idx="1" type="subTitle"/>
          </p:nvPr>
        </p:nvSpPr>
        <p:spPr>
          <a:xfrm>
            <a:off x="713225" y="3932900"/>
            <a:ext cx="5722500" cy="6711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96" name="Google Shape;6796;p9"/>
          <p:cNvGrpSpPr/>
          <p:nvPr/>
        </p:nvGrpSpPr>
        <p:grpSpPr>
          <a:xfrm rot="5400000">
            <a:off x="6959195" y="-2074329"/>
            <a:ext cx="347597" cy="4345456"/>
            <a:chOff x="-136402" y="-175976"/>
            <a:chExt cx="347597" cy="4345456"/>
          </a:xfrm>
        </p:grpSpPr>
        <p:sp>
          <p:nvSpPr>
            <p:cNvPr id="6797" name="Google Shape;6797;p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9"/>
          <p:cNvGrpSpPr/>
          <p:nvPr/>
        </p:nvGrpSpPr>
        <p:grpSpPr>
          <a:xfrm rot="5400000">
            <a:off x="6959197" y="-2074327"/>
            <a:ext cx="347597" cy="4345451"/>
            <a:chOff x="-136402" y="-175976"/>
            <a:chExt cx="347597" cy="4345451"/>
          </a:xfrm>
        </p:grpSpPr>
        <p:sp>
          <p:nvSpPr>
            <p:cNvPr id="6825" name="Google Shape;6825;p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9"/>
          <p:cNvSpPr/>
          <p:nvPr/>
        </p:nvSpPr>
        <p:spPr>
          <a:xfrm rot="5400000">
            <a:off x="695917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852" name="Shape 6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3" name="Google Shape;6853;p10"/>
          <p:cNvSpPr txBox="1"/>
          <p:nvPr>
            <p:ph type="title"/>
          </p:nvPr>
        </p:nvSpPr>
        <p:spPr>
          <a:xfrm>
            <a:off x="2086950" y="1930050"/>
            <a:ext cx="4970100" cy="12834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55" name="Google Shape;6855;p1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6856" name="Google Shape;6856;p1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1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1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1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1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1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1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1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1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1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1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1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1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1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1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1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1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1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1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1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1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1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1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1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1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1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1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2" name="Google Shape;8472;p11"/>
          <p:cNvSpPr txBox="1"/>
          <p:nvPr>
            <p:ph hasCustomPrompt="1" type="title"/>
          </p:nvPr>
        </p:nvSpPr>
        <p:spPr>
          <a:xfrm>
            <a:off x="713225" y="1897500"/>
            <a:ext cx="7717800" cy="13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8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8473" name="Google Shape;8473;p11"/>
          <p:cNvSpPr txBox="1"/>
          <p:nvPr>
            <p:ph idx="1" type="subTitle"/>
          </p:nvPr>
        </p:nvSpPr>
        <p:spPr>
          <a:xfrm>
            <a:off x="1284000" y="3113450"/>
            <a:ext cx="6576000" cy="44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474" name="Google Shape;8474;p11"/>
          <p:cNvSpPr/>
          <p:nvPr/>
        </p:nvSpPr>
        <p:spPr>
          <a:xfrm>
            <a:off x="6506725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11"/>
          <p:cNvSpPr/>
          <p:nvPr/>
        </p:nvSpPr>
        <p:spPr>
          <a:xfrm>
            <a:off x="7820510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6" name="Google Shape;8476;p11"/>
          <p:cNvGrpSpPr/>
          <p:nvPr/>
        </p:nvGrpSpPr>
        <p:grpSpPr>
          <a:xfrm rot="5400000">
            <a:off x="5913670" y="-2074329"/>
            <a:ext cx="347597" cy="4345456"/>
            <a:chOff x="-136402" y="-175976"/>
            <a:chExt cx="347597" cy="4345456"/>
          </a:xfrm>
        </p:grpSpPr>
        <p:sp>
          <p:nvSpPr>
            <p:cNvPr id="8477" name="Google Shape;8477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11"/>
          <p:cNvGrpSpPr/>
          <p:nvPr/>
        </p:nvGrpSpPr>
        <p:grpSpPr>
          <a:xfrm rot="5400000">
            <a:off x="5913672" y="-2074327"/>
            <a:ext cx="347597" cy="4345451"/>
            <a:chOff x="-136402" y="-175976"/>
            <a:chExt cx="347597" cy="4345451"/>
          </a:xfrm>
        </p:grpSpPr>
        <p:sp>
          <p:nvSpPr>
            <p:cNvPr id="8505" name="Google Shape;8505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11"/>
          <p:cNvSpPr/>
          <p:nvPr/>
        </p:nvSpPr>
        <p:spPr>
          <a:xfrm rot="5400000">
            <a:off x="5913645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11"/>
          <p:cNvGrpSpPr/>
          <p:nvPr/>
        </p:nvGrpSpPr>
        <p:grpSpPr>
          <a:xfrm rot="5400000">
            <a:off x="1789445" y="2885271"/>
            <a:ext cx="347597" cy="4345456"/>
            <a:chOff x="-136402" y="-175976"/>
            <a:chExt cx="347597" cy="4345456"/>
          </a:xfrm>
        </p:grpSpPr>
        <p:sp>
          <p:nvSpPr>
            <p:cNvPr id="8533" name="Google Shape;8533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11"/>
          <p:cNvGrpSpPr/>
          <p:nvPr/>
        </p:nvGrpSpPr>
        <p:grpSpPr>
          <a:xfrm rot="5400000">
            <a:off x="1789447" y="2885273"/>
            <a:ext cx="347597" cy="4345451"/>
            <a:chOff x="-136402" y="-175976"/>
            <a:chExt cx="347597" cy="4345451"/>
          </a:xfrm>
        </p:grpSpPr>
        <p:sp>
          <p:nvSpPr>
            <p:cNvPr id="8561" name="Google Shape;8561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7" name="Google Shape;8587;p11"/>
          <p:cNvSpPr/>
          <p:nvPr/>
        </p:nvSpPr>
        <p:spPr>
          <a:xfrm rot="5400000">
            <a:off x="1789420" y="28852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dk2"/>
        </a:solidFill>
      </p:bgPr>
    </p:bg>
    <p:spTree>
      <p:nvGrpSpPr>
        <p:cNvPr id="8588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8589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0" name="Google Shape;8590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1" name="Google Shape;8591;p13"/>
          <p:cNvSpPr txBox="1"/>
          <p:nvPr>
            <p:ph idx="1" type="subTitle"/>
          </p:nvPr>
        </p:nvSpPr>
        <p:spPr>
          <a:xfrm>
            <a:off x="720000" y="4044657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2" name="Google Shape;8592;p13"/>
          <p:cNvSpPr txBox="1"/>
          <p:nvPr>
            <p:ph idx="2" type="subTitle"/>
          </p:nvPr>
        </p:nvSpPr>
        <p:spPr>
          <a:xfrm>
            <a:off x="3367649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3" name="Google Shape;8593;p13"/>
          <p:cNvSpPr txBox="1"/>
          <p:nvPr>
            <p:ph idx="3" type="subTitle"/>
          </p:nvPr>
        </p:nvSpPr>
        <p:spPr>
          <a:xfrm>
            <a:off x="6019197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4" name="Google Shape;8594;p13"/>
          <p:cNvSpPr txBox="1"/>
          <p:nvPr>
            <p:ph hasCustomPrompt="1" idx="4" type="title"/>
          </p:nvPr>
        </p:nvSpPr>
        <p:spPr>
          <a:xfrm>
            <a:off x="1586100" y="3081685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5" name="Google Shape;8595;p13"/>
          <p:cNvSpPr txBox="1"/>
          <p:nvPr>
            <p:ph hasCustomPrompt="1" idx="5" type="title"/>
          </p:nvPr>
        </p:nvSpPr>
        <p:spPr>
          <a:xfrm>
            <a:off x="4210425" y="3081682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6" name="Google Shape;8596;p13"/>
          <p:cNvSpPr txBox="1"/>
          <p:nvPr>
            <p:ph hasCustomPrompt="1" idx="6" type="title"/>
          </p:nvPr>
        </p:nvSpPr>
        <p:spPr>
          <a:xfrm>
            <a:off x="6869550" y="3081682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7" name="Google Shape;8597;p13"/>
          <p:cNvSpPr txBox="1"/>
          <p:nvPr>
            <p:ph idx="7" type="subTitle"/>
          </p:nvPr>
        </p:nvSpPr>
        <p:spPr>
          <a:xfrm>
            <a:off x="720000" y="3707428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8" name="Google Shape;8598;p13"/>
          <p:cNvSpPr txBox="1"/>
          <p:nvPr>
            <p:ph idx="8" type="subTitle"/>
          </p:nvPr>
        </p:nvSpPr>
        <p:spPr>
          <a:xfrm>
            <a:off x="3367649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9" name="Google Shape;8599;p13"/>
          <p:cNvSpPr txBox="1"/>
          <p:nvPr>
            <p:ph idx="9" type="subTitle"/>
          </p:nvPr>
        </p:nvSpPr>
        <p:spPr>
          <a:xfrm>
            <a:off x="6019197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0" name="Google Shape;8600;p13"/>
          <p:cNvSpPr txBox="1"/>
          <p:nvPr>
            <p:ph idx="13" type="subTitle"/>
          </p:nvPr>
        </p:nvSpPr>
        <p:spPr>
          <a:xfrm>
            <a:off x="720000" y="2242663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1" name="Google Shape;8601;p13"/>
          <p:cNvSpPr txBox="1"/>
          <p:nvPr>
            <p:ph idx="14" type="subTitle"/>
          </p:nvPr>
        </p:nvSpPr>
        <p:spPr>
          <a:xfrm>
            <a:off x="3367649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2" name="Google Shape;8602;p13"/>
          <p:cNvSpPr txBox="1"/>
          <p:nvPr>
            <p:ph idx="15" type="subTitle"/>
          </p:nvPr>
        </p:nvSpPr>
        <p:spPr>
          <a:xfrm>
            <a:off x="6019197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3" name="Google Shape;8603;p13"/>
          <p:cNvSpPr txBox="1"/>
          <p:nvPr>
            <p:ph hasCustomPrompt="1" idx="16" type="title"/>
          </p:nvPr>
        </p:nvSpPr>
        <p:spPr>
          <a:xfrm>
            <a:off x="1586100" y="1279691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4" name="Google Shape;8604;p13"/>
          <p:cNvSpPr txBox="1"/>
          <p:nvPr>
            <p:ph hasCustomPrompt="1" idx="17" type="title"/>
          </p:nvPr>
        </p:nvSpPr>
        <p:spPr>
          <a:xfrm>
            <a:off x="4210425" y="1279688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5" name="Google Shape;8605;p13"/>
          <p:cNvSpPr txBox="1"/>
          <p:nvPr>
            <p:ph hasCustomPrompt="1" idx="18" type="title"/>
          </p:nvPr>
        </p:nvSpPr>
        <p:spPr>
          <a:xfrm>
            <a:off x="6869550" y="1279688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6" name="Google Shape;8606;p13"/>
          <p:cNvSpPr txBox="1"/>
          <p:nvPr>
            <p:ph idx="19" type="subTitle"/>
          </p:nvPr>
        </p:nvSpPr>
        <p:spPr>
          <a:xfrm>
            <a:off x="720000" y="1905427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7" name="Google Shape;8607;p13"/>
          <p:cNvSpPr txBox="1"/>
          <p:nvPr>
            <p:ph idx="20" type="subTitle"/>
          </p:nvPr>
        </p:nvSpPr>
        <p:spPr>
          <a:xfrm>
            <a:off x="3367649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8" name="Google Shape;8608;p13"/>
          <p:cNvSpPr txBox="1"/>
          <p:nvPr>
            <p:ph idx="21" type="subTitle"/>
          </p:nvPr>
        </p:nvSpPr>
        <p:spPr>
          <a:xfrm>
            <a:off x="6019197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9" name="Google Shape;8609;p13"/>
          <p:cNvSpPr/>
          <p:nvPr/>
        </p:nvSpPr>
        <p:spPr>
          <a:xfrm>
            <a:off x="8634600" y="-164025"/>
            <a:ext cx="894600" cy="32046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0" name="Google Shape;8610;p13"/>
          <p:cNvSpPr/>
          <p:nvPr/>
        </p:nvSpPr>
        <p:spPr>
          <a:xfrm>
            <a:off x="-459596" y="-487046"/>
            <a:ext cx="1355828" cy="1425415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1" name="Google Shape;8611;p13"/>
          <p:cNvSpPr/>
          <p:nvPr/>
        </p:nvSpPr>
        <p:spPr>
          <a:xfrm>
            <a:off x="8634600" y="2643625"/>
            <a:ext cx="2404800" cy="2404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2" name="Google Shape;8612;p13"/>
          <p:cNvGrpSpPr/>
          <p:nvPr/>
        </p:nvGrpSpPr>
        <p:grpSpPr>
          <a:xfrm rot="5400000">
            <a:off x="1746620" y="2952196"/>
            <a:ext cx="347597" cy="4345456"/>
            <a:chOff x="-136402" y="-175976"/>
            <a:chExt cx="347597" cy="4345456"/>
          </a:xfrm>
        </p:grpSpPr>
        <p:sp>
          <p:nvSpPr>
            <p:cNvPr id="8613" name="Google Shape;8613;p1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1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1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1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1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1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1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1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1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13"/>
          <p:cNvGrpSpPr/>
          <p:nvPr/>
        </p:nvGrpSpPr>
        <p:grpSpPr>
          <a:xfrm rot="5400000">
            <a:off x="1746622" y="2952198"/>
            <a:ext cx="347597" cy="4345451"/>
            <a:chOff x="-136402" y="-175976"/>
            <a:chExt cx="347597" cy="4345451"/>
          </a:xfrm>
        </p:grpSpPr>
        <p:sp>
          <p:nvSpPr>
            <p:cNvPr id="8641" name="Google Shape;8641;p1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13"/>
          <p:cNvSpPr/>
          <p:nvPr/>
        </p:nvSpPr>
        <p:spPr>
          <a:xfrm rot="5400000">
            <a:off x="17465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8668" name="Shape 8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9" name="Google Shape;8669;p14"/>
          <p:cNvSpPr txBox="1"/>
          <p:nvPr>
            <p:ph type="title"/>
          </p:nvPr>
        </p:nvSpPr>
        <p:spPr>
          <a:xfrm>
            <a:off x="4047550" y="3509148"/>
            <a:ext cx="4360200" cy="4404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670" name="Google Shape;8670;p14"/>
          <p:cNvSpPr txBox="1"/>
          <p:nvPr>
            <p:ph idx="1" type="subTitle"/>
          </p:nvPr>
        </p:nvSpPr>
        <p:spPr>
          <a:xfrm>
            <a:off x="1716550" y="1193955"/>
            <a:ext cx="6691200" cy="218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8671" name="Google Shape;8671;p14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8672" name="Google Shape;8672;p14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14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14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14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14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14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14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14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14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14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14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14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14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14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14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14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14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14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14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14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14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14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14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14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14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14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14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14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14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14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14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14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14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14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14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14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14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14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14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14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14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14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14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14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14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14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14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14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14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14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14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14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14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14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14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14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14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14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14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14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14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14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14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14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14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14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14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14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14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14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14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14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14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14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14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14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14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14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14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14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14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14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14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14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14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14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14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14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14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14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14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14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14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14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14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14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14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14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14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14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14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14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14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14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14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14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14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14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14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14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14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14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14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14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14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14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14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14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14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14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14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14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14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14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14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14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14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14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14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14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14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14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14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14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14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14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14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14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14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14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14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14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14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14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14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14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14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14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14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14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14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14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14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14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14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14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14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14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14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14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14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14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14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14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14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14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14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14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14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14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14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14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14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14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14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14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14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14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14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14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14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14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14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14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14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14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14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14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14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14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14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14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14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14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14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14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14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14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14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14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14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14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14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14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14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14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14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14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14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14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14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14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14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14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14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14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14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14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14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14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14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14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14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14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14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14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14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14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14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14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14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14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14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14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14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14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14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14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14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14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14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14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14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14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14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14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14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14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14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14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14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14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14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14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14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14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14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14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14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14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14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14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14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14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14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14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14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14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14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14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14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14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14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14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14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14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14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14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14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14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14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14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14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14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14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14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14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14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14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14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14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14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14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14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14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14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14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14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14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14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14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14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14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14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14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14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14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14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14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14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14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14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14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14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14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14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14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14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14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14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14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14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14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14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14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14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14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14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14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14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14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14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14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14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14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14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14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14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14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14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14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14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14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14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14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14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14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14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14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14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14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14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14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14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14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14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14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14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14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14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14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14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14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14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14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14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14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14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14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14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14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14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14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14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14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14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14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14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14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14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14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14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14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14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14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14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14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14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14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14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14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14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14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14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14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14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14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14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14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14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14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14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14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14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14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14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14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14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14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14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14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14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14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14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14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14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14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14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14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14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14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14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14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14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14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14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14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14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14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14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14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14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14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14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14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14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14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14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14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14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14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14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14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14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14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14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14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14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14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14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14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14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14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14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14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14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14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14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14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14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14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14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14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14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14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14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14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14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14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14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14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14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14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14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14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14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14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14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14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14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14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14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14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14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14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14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14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14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14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14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14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14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14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14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14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14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14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14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14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14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14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14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14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14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14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14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14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14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14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14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14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14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14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14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14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14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14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14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14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14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14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14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14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14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14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14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14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14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14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14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14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14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14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14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14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14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14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14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14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14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14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14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14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14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14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14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14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14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14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14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14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14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14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14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14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14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14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14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14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14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14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14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14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14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14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14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14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14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14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14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14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14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14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14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14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14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14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14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14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14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14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14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14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14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14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14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14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14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14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14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14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14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14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14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14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14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14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14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14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14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14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14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14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14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14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14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14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14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14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14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14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14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14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14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14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14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14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14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14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14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14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14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14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14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14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14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14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14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14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14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14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14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14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14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14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14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14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14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14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14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14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14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14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14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14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14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14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14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14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14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14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14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14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14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14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14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14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14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14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14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14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14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14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14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14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14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14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14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14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14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14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14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14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14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14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14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14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14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14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14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14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14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14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14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14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14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14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14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14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14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14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14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14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14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14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14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14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14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14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14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14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14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14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14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14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14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14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14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14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14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14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14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14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14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14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14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14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14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14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14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14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14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14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14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14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14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14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14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14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14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14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14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14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14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14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14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14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14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14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14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14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14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14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14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14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14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14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14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14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14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14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14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14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14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14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14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14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14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14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14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14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14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14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14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14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14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14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14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14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14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14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14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14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14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14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14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14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14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14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14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14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14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14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14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14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14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14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14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14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14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14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14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14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14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14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14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14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14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14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14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14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14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14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14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14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14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14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14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14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14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14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14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14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14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14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14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14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14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14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14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14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14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14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14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14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14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14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14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14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14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14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14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14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14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14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14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14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14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14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14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14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14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14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14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14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14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14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14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14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14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14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14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14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14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14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14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14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14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14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14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14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14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14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14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14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14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14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14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14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14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14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14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14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14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14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14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14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14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14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14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14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14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14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14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14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14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14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14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14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14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14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14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14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14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14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14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14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14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14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14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14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14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14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14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14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14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14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14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14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14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14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14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14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14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14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14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14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14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14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14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14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14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14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14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14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14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14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14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14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14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14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14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14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14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14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14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14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14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14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14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14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14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14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14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14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14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14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14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14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14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14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14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14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14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14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14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14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14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14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14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14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14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14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14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14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14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14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14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14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14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14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14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14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14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14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14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14"/>
          <p:cNvGrpSpPr/>
          <p:nvPr/>
        </p:nvGrpSpPr>
        <p:grpSpPr>
          <a:xfrm rot="5400000">
            <a:off x="2432820" y="2941896"/>
            <a:ext cx="347597" cy="4345456"/>
            <a:chOff x="-136402" y="-175976"/>
            <a:chExt cx="347597" cy="4345456"/>
          </a:xfrm>
        </p:grpSpPr>
        <p:sp>
          <p:nvSpPr>
            <p:cNvPr id="10289" name="Google Shape;10289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14"/>
          <p:cNvGrpSpPr/>
          <p:nvPr/>
        </p:nvGrpSpPr>
        <p:grpSpPr>
          <a:xfrm rot="5400000">
            <a:off x="2432822" y="2941898"/>
            <a:ext cx="347597" cy="4345451"/>
            <a:chOff x="-136402" y="-175976"/>
            <a:chExt cx="347597" cy="4345451"/>
          </a:xfrm>
        </p:grpSpPr>
        <p:sp>
          <p:nvSpPr>
            <p:cNvPr id="10317" name="Google Shape;10317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3" name="Google Shape;10343;p14"/>
          <p:cNvSpPr/>
          <p:nvPr/>
        </p:nvSpPr>
        <p:spPr>
          <a:xfrm rot="5400000">
            <a:off x="2432795" y="29418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4" name="Google Shape;10344;p14"/>
          <p:cNvGrpSpPr/>
          <p:nvPr/>
        </p:nvGrpSpPr>
        <p:grpSpPr>
          <a:xfrm rot="10800000">
            <a:off x="8913498" y="-248025"/>
            <a:ext cx="347597" cy="4345456"/>
            <a:chOff x="-136402" y="-175976"/>
            <a:chExt cx="347597" cy="4345456"/>
          </a:xfrm>
        </p:grpSpPr>
        <p:sp>
          <p:nvSpPr>
            <p:cNvPr id="10345" name="Google Shape;10345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14"/>
          <p:cNvGrpSpPr/>
          <p:nvPr/>
        </p:nvGrpSpPr>
        <p:grpSpPr>
          <a:xfrm rot="10800000">
            <a:off x="8913498" y="-248020"/>
            <a:ext cx="347597" cy="4345451"/>
            <a:chOff x="-136402" y="-175976"/>
            <a:chExt cx="347597" cy="4345451"/>
          </a:xfrm>
        </p:grpSpPr>
        <p:sp>
          <p:nvSpPr>
            <p:cNvPr id="10373" name="Google Shape;10373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99" name="Google Shape;10399;p14"/>
          <p:cNvSpPr/>
          <p:nvPr/>
        </p:nvSpPr>
        <p:spPr>
          <a:xfrm rot="10800000">
            <a:off x="8913443" y="-24802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10400" name="Shape 10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1" name="Google Shape;10401;p15"/>
          <p:cNvSpPr txBox="1"/>
          <p:nvPr>
            <p:ph type="title"/>
          </p:nvPr>
        </p:nvSpPr>
        <p:spPr>
          <a:xfrm>
            <a:off x="967038" y="799475"/>
            <a:ext cx="3296400" cy="25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02" name="Google Shape;10402;p15"/>
          <p:cNvSpPr txBox="1"/>
          <p:nvPr>
            <p:ph idx="1" type="subTitle"/>
          </p:nvPr>
        </p:nvSpPr>
        <p:spPr>
          <a:xfrm>
            <a:off x="967038" y="3301290"/>
            <a:ext cx="3296400" cy="115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403" name="Google Shape;10403;p15"/>
          <p:cNvSpPr/>
          <p:nvPr>
            <p:ph idx="2" type="pic"/>
          </p:nvPr>
        </p:nvSpPr>
        <p:spPr>
          <a:xfrm>
            <a:off x="4729963" y="984450"/>
            <a:ext cx="3177300" cy="31746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10404" name="Google Shape;10404;p15"/>
          <p:cNvGrpSpPr/>
          <p:nvPr/>
        </p:nvGrpSpPr>
        <p:grpSpPr>
          <a:xfrm rot="5400000">
            <a:off x="4568820" y="2952196"/>
            <a:ext cx="347597" cy="4345456"/>
            <a:chOff x="-136402" y="-175976"/>
            <a:chExt cx="347597" cy="4345456"/>
          </a:xfrm>
        </p:grpSpPr>
        <p:sp>
          <p:nvSpPr>
            <p:cNvPr id="10405" name="Google Shape;10405;p1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1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1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1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1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1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1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1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1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1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1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1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1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1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1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1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1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1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1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1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1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1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1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1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1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1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1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15"/>
          <p:cNvGrpSpPr/>
          <p:nvPr/>
        </p:nvGrpSpPr>
        <p:grpSpPr>
          <a:xfrm rot="5400000">
            <a:off x="4568822" y="2952198"/>
            <a:ext cx="347597" cy="4345451"/>
            <a:chOff x="-136402" y="-175976"/>
            <a:chExt cx="347597" cy="4345451"/>
          </a:xfrm>
        </p:grpSpPr>
        <p:sp>
          <p:nvSpPr>
            <p:cNvPr id="10433" name="Google Shape;10433;p1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1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1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1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1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1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1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1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1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1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1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1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1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1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1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1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1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1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1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1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1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1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1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1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1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1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9" name="Google Shape;10459;p15"/>
          <p:cNvSpPr/>
          <p:nvPr/>
        </p:nvSpPr>
        <p:spPr>
          <a:xfrm rot="5400000">
            <a:off x="45687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0" name="Google Shape;10460;p15"/>
          <p:cNvSpPr/>
          <p:nvPr/>
        </p:nvSpPr>
        <p:spPr>
          <a:xfrm>
            <a:off x="-167150" y="1180050"/>
            <a:ext cx="646800" cy="297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1" name="Google Shape;10461;p15"/>
          <p:cNvSpPr/>
          <p:nvPr/>
        </p:nvSpPr>
        <p:spPr>
          <a:xfrm>
            <a:off x="299813" y="3036962"/>
            <a:ext cx="355580" cy="3737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10462" name="Shape 10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3" name="Google Shape;10463;p16"/>
          <p:cNvSpPr txBox="1"/>
          <p:nvPr>
            <p:ph type="title"/>
          </p:nvPr>
        </p:nvSpPr>
        <p:spPr>
          <a:xfrm>
            <a:off x="720000" y="1620638"/>
            <a:ext cx="3287400" cy="12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64" name="Google Shape;10464;p16"/>
          <p:cNvSpPr txBox="1"/>
          <p:nvPr>
            <p:ph idx="1" type="subTitle"/>
          </p:nvPr>
        </p:nvSpPr>
        <p:spPr>
          <a:xfrm>
            <a:off x="720000" y="2703098"/>
            <a:ext cx="3287400" cy="11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465" name="Google Shape;10465;p16"/>
          <p:cNvGrpSpPr/>
          <p:nvPr/>
        </p:nvGrpSpPr>
        <p:grpSpPr>
          <a:xfrm rot="5400000">
            <a:off x="4091220" y="2906246"/>
            <a:ext cx="347597" cy="4345456"/>
            <a:chOff x="-136402" y="-175976"/>
            <a:chExt cx="347597" cy="4345456"/>
          </a:xfrm>
        </p:grpSpPr>
        <p:sp>
          <p:nvSpPr>
            <p:cNvPr id="10466" name="Google Shape;10466;p1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1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1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1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1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1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1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1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1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1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1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1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1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1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1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1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1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1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1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1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1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1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1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1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1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1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1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16"/>
          <p:cNvGrpSpPr/>
          <p:nvPr/>
        </p:nvGrpSpPr>
        <p:grpSpPr>
          <a:xfrm rot="5400000">
            <a:off x="4091222" y="2906248"/>
            <a:ext cx="347597" cy="4345451"/>
            <a:chOff x="-136402" y="-175976"/>
            <a:chExt cx="347597" cy="4345451"/>
          </a:xfrm>
        </p:grpSpPr>
        <p:sp>
          <p:nvSpPr>
            <p:cNvPr id="10494" name="Google Shape;10494;p1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1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1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1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1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1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1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1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1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1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1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1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1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1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1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1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1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1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1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1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1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1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1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1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1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1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0" name="Google Shape;10520;p16"/>
          <p:cNvSpPr/>
          <p:nvPr/>
        </p:nvSpPr>
        <p:spPr>
          <a:xfrm rot="5400000">
            <a:off x="4091195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1" name="Google Shape;10521;p16"/>
          <p:cNvSpPr/>
          <p:nvPr/>
        </p:nvSpPr>
        <p:spPr>
          <a:xfrm rot="5400000">
            <a:off x="587352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2" name="Google Shape;10522;p16"/>
          <p:cNvSpPr/>
          <p:nvPr/>
        </p:nvSpPr>
        <p:spPr>
          <a:xfrm rot="5400000">
            <a:off x="463827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10523" name="Shape 10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" name="Google Shape;10524;p17"/>
          <p:cNvSpPr txBox="1"/>
          <p:nvPr>
            <p:ph type="title"/>
          </p:nvPr>
        </p:nvSpPr>
        <p:spPr>
          <a:xfrm>
            <a:off x="4539175" y="1393675"/>
            <a:ext cx="3891600" cy="59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525" name="Google Shape;10525;p17"/>
          <p:cNvSpPr txBox="1"/>
          <p:nvPr>
            <p:ph idx="1" type="subTitle"/>
          </p:nvPr>
        </p:nvSpPr>
        <p:spPr>
          <a:xfrm>
            <a:off x="4539150" y="1800275"/>
            <a:ext cx="3891600" cy="93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1">
    <p:spTree>
      <p:nvGrpSpPr>
        <p:cNvPr id="10526" name="Shape 10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" name="Google Shape;10527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28" name="Google Shape;10528;p18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10529" name="Google Shape;10529;p1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1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1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1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1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1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1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1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1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1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1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1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1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1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1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1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1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1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1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1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1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1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1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1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1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1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1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18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10557" name="Google Shape;10557;p1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1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1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1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1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1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1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1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1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1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1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1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1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1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1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1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1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1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1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1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1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1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1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1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1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1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3" name="Google Shape;10583;p18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4" name="Google Shape;10584;p18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5" name="Google Shape;10585;p18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6" name="Google Shape;10586;p18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7" name="Google Shape;10587;p18"/>
          <p:cNvSpPr txBox="1"/>
          <p:nvPr>
            <p:ph idx="1" type="subTitle"/>
          </p:nvPr>
        </p:nvSpPr>
        <p:spPr>
          <a:xfrm>
            <a:off x="1252500" y="1091525"/>
            <a:ext cx="6639000" cy="6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588" name="Google Shape;10588;p18"/>
          <p:cNvSpPr txBox="1"/>
          <p:nvPr>
            <p:ph idx="2" type="subTitle"/>
          </p:nvPr>
        </p:nvSpPr>
        <p:spPr>
          <a:xfrm>
            <a:off x="720000" y="1758275"/>
            <a:ext cx="4173600" cy="20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1_1">
    <p:spTree>
      <p:nvGrpSpPr>
        <p:cNvPr id="10589" name="Shape 10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" name="Google Shape;10590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91" name="Google Shape;10591;p19"/>
          <p:cNvGrpSpPr/>
          <p:nvPr/>
        </p:nvGrpSpPr>
        <p:grpSpPr>
          <a:xfrm rot="5400000">
            <a:off x="7098202" y="-2115604"/>
            <a:ext cx="347597" cy="4345456"/>
            <a:chOff x="-136402" y="-175976"/>
            <a:chExt cx="347597" cy="4345456"/>
          </a:xfrm>
        </p:grpSpPr>
        <p:sp>
          <p:nvSpPr>
            <p:cNvPr id="10592" name="Google Shape;10592;p1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1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1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1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1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1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1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1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1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1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1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1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1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1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1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1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1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1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1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1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1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1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1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1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1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1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1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19"/>
          <p:cNvGrpSpPr/>
          <p:nvPr/>
        </p:nvGrpSpPr>
        <p:grpSpPr>
          <a:xfrm rot="5400000">
            <a:off x="7098204" y="-2115602"/>
            <a:ext cx="347597" cy="4345451"/>
            <a:chOff x="-136402" y="-175976"/>
            <a:chExt cx="347597" cy="4345451"/>
          </a:xfrm>
        </p:grpSpPr>
        <p:sp>
          <p:nvSpPr>
            <p:cNvPr id="10620" name="Google Shape;10620;p1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1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1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1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1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1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1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1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1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1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1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1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1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1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1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1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1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1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1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1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1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1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1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1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1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1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6" name="Google Shape;10646;p19"/>
          <p:cNvSpPr/>
          <p:nvPr/>
        </p:nvSpPr>
        <p:spPr>
          <a:xfrm rot="5400000">
            <a:off x="7098177" y="-21156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7" name="Google Shape;10647;p19"/>
          <p:cNvSpPr/>
          <p:nvPr/>
        </p:nvSpPr>
        <p:spPr>
          <a:xfrm>
            <a:off x="8176025" y="4174750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8" name="Google Shape;10648;p19"/>
          <p:cNvSpPr/>
          <p:nvPr/>
        </p:nvSpPr>
        <p:spPr>
          <a:xfrm>
            <a:off x="8508575" y="4507300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9" name="Google Shape;10649;p19"/>
          <p:cNvSpPr/>
          <p:nvPr/>
        </p:nvSpPr>
        <p:spPr>
          <a:xfrm>
            <a:off x="-364673" y="2450899"/>
            <a:ext cx="913945" cy="960808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0" name="Google Shape;10650;p19"/>
          <p:cNvSpPr txBox="1"/>
          <p:nvPr>
            <p:ph idx="1" type="subTitle"/>
          </p:nvPr>
        </p:nvSpPr>
        <p:spPr>
          <a:xfrm>
            <a:off x="720000" y="1091525"/>
            <a:ext cx="7704000" cy="4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1" name="Google Shape;10651;p19"/>
          <p:cNvSpPr txBox="1"/>
          <p:nvPr>
            <p:ph idx="2" type="subTitle"/>
          </p:nvPr>
        </p:nvSpPr>
        <p:spPr>
          <a:xfrm>
            <a:off x="720000" y="1758275"/>
            <a:ext cx="3782400" cy="265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2" name="Google Shape;10652;p19"/>
          <p:cNvSpPr txBox="1"/>
          <p:nvPr>
            <p:ph idx="3" type="subTitle"/>
          </p:nvPr>
        </p:nvSpPr>
        <p:spPr>
          <a:xfrm>
            <a:off x="4645075" y="1758275"/>
            <a:ext cx="3785700" cy="22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1_1_1">
    <p:spTree>
      <p:nvGrpSpPr>
        <p:cNvPr id="10653" name="Shape 10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4" name="Google Shape;10654;p20"/>
          <p:cNvSpPr txBox="1"/>
          <p:nvPr>
            <p:ph type="title"/>
          </p:nvPr>
        </p:nvSpPr>
        <p:spPr>
          <a:xfrm>
            <a:off x="720000" y="1735988"/>
            <a:ext cx="39294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655" name="Google Shape;10655;p20"/>
          <p:cNvSpPr txBox="1"/>
          <p:nvPr>
            <p:ph idx="1" type="subTitle"/>
          </p:nvPr>
        </p:nvSpPr>
        <p:spPr>
          <a:xfrm>
            <a:off x="720000" y="2275163"/>
            <a:ext cx="3929400" cy="9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656" name="Google Shape;10656;p20"/>
          <p:cNvGrpSpPr/>
          <p:nvPr/>
        </p:nvGrpSpPr>
        <p:grpSpPr>
          <a:xfrm rot="5400000">
            <a:off x="6412545" y="2906246"/>
            <a:ext cx="347597" cy="4345456"/>
            <a:chOff x="-136402" y="-175976"/>
            <a:chExt cx="347597" cy="4345456"/>
          </a:xfrm>
        </p:grpSpPr>
        <p:sp>
          <p:nvSpPr>
            <p:cNvPr id="10657" name="Google Shape;10657;p2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20"/>
          <p:cNvGrpSpPr/>
          <p:nvPr/>
        </p:nvGrpSpPr>
        <p:grpSpPr>
          <a:xfrm rot="5400000">
            <a:off x="6412547" y="2906248"/>
            <a:ext cx="347597" cy="4345451"/>
            <a:chOff x="-136402" y="-175976"/>
            <a:chExt cx="347597" cy="4345451"/>
          </a:xfrm>
        </p:grpSpPr>
        <p:sp>
          <p:nvSpPr>
            <p:cNvPr id="10685" name="Google Shape;10685;p2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1" name="Google Shape;10711;p20"/>
          <p:cNvSpPr/>
          <p:nvPr/>
        </p:nvSpPr>
        <p:spPr>
          <a:xfrm rot="5400000">
            <a:off x="6412520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2" name="Google Shape;10712;p20"/>
          <p:cNvSpPr/>
          <p:nvPr/>
        </p:nvSpPr>
        <p:spPr>
          <a:xfrm rot="5400000">
            <a:off x="279127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3" name="Google Shape;10713;p20"/>
          <p:cNvSpPr/>
          <p:nvPr/>
        </p:nvSpPr>
        <p:spPr>
          <a:xfrm rot="5400000">
            <a:off x="155602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0714" name="Shape 10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5" name="Google Shape;10715;p21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6" name="Google Shape;10716;p21"/>
          <p:cNvSpPr txBox="1"/>
          <p:nvPr>
            <p:ph idx="1" type="subTitle"/>
          </p:nvPr>
        </p:nvSpPr>
        <p:spPr>
          <a:xfrm>
            <a:off x="10807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7" name="Google Shape;10717;p21"/>
          <p:cNvSpPr txBox="1"/>
          <p:nvPr>
            <p:ph idx="2" type="subTitle"/>
          </p:nvPr>
        </p:nvSpPr>
        <p:spPr>
          <a:xfrm>
            <a:off x="108072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18" name="Google Shape;10718;p21"/>
          <p:cNvSpPr txBox="1"/>
          <p:nvPr>
            <p:ph idx="3" type="subTitle"/>
          </p:nvPr>
        </p:nvSpPr>
        <p:spPr>
          <a:xfrm>
            <a:off x="508335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9" name="Google Shape;10719;p21"/>
          <p:cNvSpPr txBox="1"/>
          <p:nvPr>
            <p:ph idx="4" type="subTitle"/>
          </p:nvPr>
        </p:nvSpPr>
        <p:spPr>
          <a:xfrm>
            <a:off x="508335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20" name="Google Shape;10720;p21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21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21"/>
          <p:cNvSpPr/>
          <p:nvPr/>
        </p:nvSpPr>
        <p:spPr>
          <a:xfrm>
            <a:off x="170075" y="13704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10723" name="Shape 10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4" name="Google Shape;10724;p22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5" name="Google Shape;10725;p22"/>
          <p:cNvSpPr txBox="1"/>
          <p:nvPr>
            <p:ph idx="1" type="subTitle"/>
          </p:nvPr>
        </p:nvSpPr>
        <p:spPr>
          <a:xfrm>
            <a:off x="4756186" y="2056225"/>
            <a:ext cx="31548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6" name="Google Shape;10726;p22"/>
          <p:cNvSpPr txBox="1"/>
          <p:nvPr>
            <p:ph idx="2" type="subTitle"/>
          </p:nvPr>
        </p:nvSpPr>
        <p:spPr>
          <a:xfrm>
            <a:off x="1233025" y="2056225"/>
            <a:ext cx="31506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7" name="Google Shape;10727;p22"/>
          <p:cNvSpPr/>
          <p:nvPr/>
        </p:nvSpPr>
        <p:spPr>
          <a:xfrm>
            <a:off x="-147675" y="160787"/>
            <a:ext cx="720486" cy="757420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8" name="Google Shape;10728;p22"/>
          <p:cNvGrpSpPr/>
          <p:nvPr/>
        </p:nvGrpSpPr>
        <p:grpSpPr>
          <a:xfrm rot="5400000">
            <a:off x="1851245" y="2884771"/>
            <a:ext cx="347597" cy="4345456"/>
            <a:chOff x="-136402" y="-175976"/>
            <a:chExt cx="347597" cy="4345456"/>
          </a:xfrm>
        </p:grpSpPr>
        <p:sp>
          <p:nvSpPr>
            <p:cNvPr id="10729" name="Google Shape;10729;p2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22"/>
          <p:cNvGrpSpPr/>
          <p:nvPr/>
        </p:nvGrpSpPr>
        <p:grpSpPr>
          <a:xfrm rot="5400000">
            <a:off x="1851247" y="2884773"/>
            <a:ext cx="347597" cy="4345451"/>
            <a:chOff x="-136402" y="-175976"/>
            <a:chExt cx="347597" cy="4345451"/>
          </a:xfrm>
        </p:grpSpPr>
        <p:sp>
          <p:nvSpPr>
            <p:cNvPr id="10757" name="Google Shape;10757;p2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3" name="Google Shape;10783;p22"/>
          <p:cNvSpPr/>
          <p:nvPr/>
        </p:nvSpPr>
        <p:spPr>
          <a:xfrm rot="5400000">
            <a:off x="1851220" y="28847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10784" name="Shape 10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5" name="Google Shape;10785;p23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6" name="Google Shape;10786;p23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7" name="Google Shape;10787;p23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88" name="Google Shape;10788;p23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9" name="Google Shape;10789;p23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0" name="Google Shape;10790;p23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91" name="Google Shape;10791;p23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2" name="Google Shape;10792;p23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3" name="Google Shape;10793;p23"/>
          <p:cNvSpPr/>
          <p:nvPr/>
        </p:nvSpPr>
        <p:spPr>
          <a:xfrm>
            <a:off x="234953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4" name="Google Shape;10794;p23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0795" name="Google Shape;10795;p2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23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0823" name="Google Shape;10823;p2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9" name="Google Shape;10849;p23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0" name="Google Shape;10850;p23"/>
          <p:cNvSpPr/>
          <p:nvPr/>
        </p:nvSpPr>
        <p:spPr>
          <a:xfrm>
            <a:off x="251175" y="1456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10851" name="Shape 10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2" name="Google Shape;10852;p24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3" name="Google Shape;10853;p24"/>
          <p:cNvSpPr txBox="1"/>
          <p:nvPr>
            <p:ph idx="1" type="subTitle"/>
          </p:nvPr>
        </p:nvSpPr>
        <p:spPr>
          <a:xfrm>
            <a:off x="713225" y="3851000"/>
            <a:ext cx="2069100" cy="7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4" name="Google Shape;10854;p24"/>
          <p:cNvSpPr txBox="1"/>
          <p:nvPr>
            <p:ph idx="2" type="subTitle"/>
          </p:nvPr>
        </p:nvSpPr>
        <p:spPr>
          <a:xfrm>
            <a:off x="713225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5" name="Google Shape;10855;p24"/>
          <p:cNvSpPr txBox="1"/>
          <p:nvPr>
            <p:ph idx="3" type="subTitle"/>
          </p:nvPr>
        </p:nvSpPr>
        <p:spPr>
          <a:xfrm>
            <a:off x="2596046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6" name="Google Shape;10856;p24"/>
          <p:cNvSpPr txBox="1"/>
          <p:nvPr>
            <p:ph idx="4" type="subTitle"/>
          </p:nvPr>
        </p:nvSpPr>
        <p:spPr>
          <a:xfrm>
            <a:off x="2596046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7" name="Google Shape;10857;p24"/>
          <p:cNvSpPr txBox="1"/>
          <p:nvPr>
            <p:ph idx="5" type="subTitle"/>
          </p:nvPr>
        </p:nvSpPr>
        <p:spPr>
          <a:xfrm>
            <a:off x="4478867" y="3851001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8" name="Google Shape;10858;p24"/>
          <p:cNvSpPr txBox="1"/>
          <p:nvPr>
            <p:ph idx="6" type="subTitle"/>
          </p:nvPr>
        </p:nvSpPr>
        <p:spPr>
          <a:xfrm>
            <a:off x="4478866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9" name="Google Shape;10859;p24"/>
          <p:cNvSpPr/>
          <p:nvPr/>
        </p:nvSpPr>
        <p:spPr>
          <a:xfrm rot="5400000">
            <a:off x="-1620682" y="346809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0" name="Google Shape;10860;p24"/>
          <p:cNvSpPr/>
          <p:nvPr/>
        </p:nvSpPr>
        <p:spPr>
          <a:xfrm rot="5400000">
            <a:off x="208691" y="3911405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1" name="Google Shape;10861;p24"/>
          <p:cNvGrpSpPr/>
          <p:nvPr/>
        </p:nvGrpSpPr>
        <p:grpSpPr>
          <a:xfrm rot="-5400000">
            <a:off x="1425211" y="-1935865"/>
            <a:ext cx="319581" cy="3995212"/>
            <a:chOff x="-136402" y="-175976"/>
            <a:chExt cx="347597" cy="4345456"/>
          </a:xfrm>
        </p:grpSpPr>
        <p:sp>
          <p:nvSpPr>
            <p:cNvPr id="10862" name="Google Shape;10862;p2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24"/>
          <p:cNvGrpSpPr/>
          <p:nvPr/>
        </p:nvGrpSpPr>
        <p:grpSpPr>
          <a:xfrm rot="-5400000">
            <a:off x="1425208" y="-1935863"/>
            <a:ext cx="319581" cy="3995208"/>
            <a:chOff x="-136402" y="-175976"/>
            <a:chExt cx="347597" cy="4345451"/>
          </a:xfrm>
        </p:grpSpPr>
        <p:sp>
          <p:nvSpPr>
            <p:cNvPr id="10890" name="Google Shape;10890;p2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6" name="Google Shape;10916;p24"/>
          <p:cNvSpPr/>
          <p:nvPr/>
        </p:nvSpPr>
        <p:spPr>
          <a:xfrm rot="-5400000">
            <a:off x="1425149" y="-1936025"/>
            <a:ext cx="319800" cy="39954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7" name="Google Shape;10917;p24"/>
          <p:cNvSpPr/>
          <p:nvPr/>
        </p:nvSpPr>
        <p:spPr>
          <a:xfrm>
            <a:off x="8207225" y="4482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8" name="Google Shape;10918;p24"/>
          <p:cNvSpPr txBox="1"/>
          <p:nvPr>
            <p:ph idx="7" type="subTitle"/>
          </p:nvPr>
        </p:nvSpPr>
        <p:spPr>
          <a:xfrm>
            <a:off x="6361688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19" name="Google Shape;10919;p24"/>
          <p:cNvSpPr txBox="1"/>
          <p:nvPr>
            <p:ph idx="8" type="subTitle"/>
          </p:nvPr>
        </p:nvSpPr>
        <p:spPr>
          <a:xfrm>
            <a:off x="6361687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0920" name="Shape 10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1" name="Google Shape;10921;p25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2" name="Google Shape;10922;p25"/>
          <p:cNvSpPr txBox="1"/>
          <p:nvPr>
            <p:ph idx="1" type="subTitle"/>
          </p:nvPr>
        </p:nvSpPr>
        <p:spPr>
          <a:xfrm>
            <a:off x="713225" y="40796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3" name="Google Shape;10923;p25"/>
          <p:cNvSpPr txBox="1"/>
          <p:nvPr>
            <p:ph idx="2" type="subTitle"/>
          </p:nvPr>
        </p:nvSpPr>
        <p:spPr>
          <a:xfrm>
            <a:off x="71322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4" name="Google Shape;10924;p25"/>
          <p:cNvSpPr txBox="1"/>
          <p:nvPr>
            <p:ph idx="3" type="subTitle"/>
          </p:nvPr>
        </p:nvSpPr>
        <p:spPr>
          <a:xfrm>
            <a:off x="186319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5" name="Google Shape;10925;p25"/>
          <p:cNvSpPr txBox="1"/>
          <p:nvPr>
            <p:ph idx="4" type="subTitle"/>
          </p:nvPr>
        </p:nvSpPr>
        <p:spPr>
          <a:xfrm>
            <a:off x="186319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6" name="Google Shape;10926;p25"/>
          <p:cNvSpPr txBox="1"/>
          <p:nvPr>
            <p:ph idx="5" type="subTitle"/>
          </p:nvPr>
        </p:nvSpPr>
        <p:spPr>
          <a:xfrm>
            <a:off x="5313105" y="40822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7" name="Google Shape;10927;p25"/>
          <p:cNvSpPr txBox="1"/>
          <p:nvPr>
            <p:ph idx="6" type="subTitle"/>
          </p:nvPr>
        </p:nvSpPr>
        <p:spPr>
          <a:xfrm>
            <a:off x="5313105" y="37247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8" name="Google Shape;10928;p25"/>
          <p:cNvSpPr/>
          <p:nvPr/>
        </p:nvSpPr>
        <p:spPr>
          <a:xfrm rot="5400000">
            <a:off x="-1620682" y="7773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9" name="Google Shape;10929;p25"/>
          <p:cNvSpPr/>
          <p:nvPr/>
        </p:nvSpPr>
        <p:spPr>
          <a:xfrm rot="5400000">
            <a:off x="208691" y="12206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0" name="Google Shape;10930;p25"/>
          <p:cNvSpPr/>
          <p:nvPr/>
        </p:nvSpPr>
        <p:spPr>
          <a:xfrm>
            <a:off x="8137375" y="441870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1" name="Google Shape;10931;p25"/>
          <p:cNvSpPr txBox="1"/>
          <p:nvPr>
            <p:ph idx="7" type="subTitle"/>
          </p:nvPr>
        </p:nvSpPr>
        <p:spPr>
          <a:xfrm>
            <a:off x="416313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2" name="Google Shape;10932;p25"/>
          <p:cNvSpPr txBox="1"/>
          <p:nvPr>
            <p:ph idx="8" type="subTitle"/>
          </p:nvPr>
        </p:nvSpPr>
        <p:spPr>
          <a:xfrm>
            <a:off x="416313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3" name="Google Shape;10933;p25"/>
          <p:cNvSpPr txBox="1"/>
          <p:nvPr>
            <p:ph idx="9" type="subTitle"/>
          </p:nvPr>
        </p:nvSpPr>
        <p:spPr>
          <a:xfrm>
            <a:off x="6463075" y="2191524"/>
            <a:ext cx="19677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4" name="Google Shape;10934;p25"/>
          <p:cNvSpPr txBox="1"/>
          <p:nvPr>
            <p:ph idx="13" type="subTitle"/>
          </p:nvPr>
        </p:nvSpPr>
        <p:spPr>
          <a:xfrm>
            <a:off x="6463075" y="1836700"/>
            <a:ext cx="19677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5" name="Google Shape;10935;p25"/>
          <p:cNvSpPr txBox="1"/>
          <p:nvPr>
            <p:ph idx="14" type="subTitle"/>
          </p:nvPr>
        </p:nvSpPr>
        <p:spPr>
          <a:xfrm>
            <a:off x="3013165" y="40822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6" name="Google Shape;10936;p25"/>
          <p:cNvSpPr txBox="1"/>
          <p:nvPr>
            <p:ph idx="15" type="subTitle"/>
          </p:nvPr>
        </p:nvSpPr>
        <p:spPr>
          <a:xfrm>
            <a:off x="301316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7_1">
    <p:spTree>
      <p:nvGrpSpPr>
        <p:cNvPr id="10937" name="Shape 10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8" name="Google Shape;10938;p26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9" name="Google Shape;10939;p26"/>
          <p:cNvSpPr txBox="1"/>
          <p:nvPr>
            <p:ph idx="1" type="subTitle"/>
          </p:nvPr>
        </p:nvSpPr>
        <p:spPr>
          <a:xfrm>
            <a:off x="713225" y="39272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0" name="Google Shape;10940;p26"/>
          <p:cNvSpPr txBox="1"/>
          <p:nvPr>
            <p:ph idx="2" type="subTitle"/>
          </p:nvPr>
        </p:nvSpPr>
        <p:spPr>
          <a:xfrm>
            <a:off x="713225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1" name="Google Shape;10941;p26"/>
          <p:cNvSpPr txBox="1"/>
          <p:nvPr>
            <p:ph idx="3" type="subTitle"/>
          </p:nvPr>
        </p:nvSpPr>
        <p:spPr>
          <a:xfrm>
            <a:off x="2151139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2" name="Google Shape;10942;p26"/>
          <p:cNvSpPr txBox="1"/>
          <p:nvPr>
            <p:ph idx="4" type="subTitle"/>
          </p:nvPr>
        </p:nvSpPr>
        <p:spPr>
          <a:xfrm>
            <a:off x="2151139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3" name="Google Shape;10943;p26"/>
          <p:cNvSpPr txBox="1"/>
          <p:nvPr>
            <p:ph idx="5" type="subTitle"/>
          </p:nvPr>
        </p:nvSpPr>
        <p:spPr>
          <a:xfrm>
            <a:off x="6464880" y="39298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4" name="Google Shape;10944;p26"/>
          <p:cNvSpPr txBox="1"/>
          <p:nvPr>
            <p:ph idx="6" type="subTitle"/>
          </p:nvPr>
        </p:nvSpPr>
        <p:spPr>
          <a:xfrm>
            <a:off x="6464880" y="35723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5" name="Google Shape;10945;p26"/>
          <p:cNvSpPr/>
          <p:nvPr/>
        </p:nvSpPr>
        <p:spPr>
          <a:xfrm rot="5400000">
            <a:off x="-1749532" y="25096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6" name="Google Shape;10946;p26"/>
          <p:cNvSpPr/>
          <p:nvPr/>
        </p:nvSpPr>
        <p:spPr>
          <a:xfrm rot="5400000">
            <a:off x="79841" y="29529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7" name="Google Shape;10947;p26"/>
          <p:cNvSpPr/>
          <p:nvPr/>
        </p:nvSpPr>
        <p:spPr>
          <a:xfrm>
            <a:off x="8576400" y="189075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8" name="Google Shape;10948;p26"/>
          <p:cNvSpPr txBox="1"/>
          <p:nvPr>
            <p:ph idx="7" type="subTitle"/>
          </p:nvPr>
        </p:nvSpPr>
        <p:spPr>
          <a:xfrm>
            <a:off x="5026966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9" name="Google Shape;10949;p26"/>
          <p:cNvSpPr txBox="1"/>
          <p:nvPr>
            <p:ph idx="8" type="subTitle"/>
          </p:nvPr>
        </p:nvSpPr>
        <p:spPr>
          <a:xfrm>
            <a:off x="5026966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50" name="Google Shape;10950;p26"/>
          <p:cNvSpPr txBox="1"/>
          <p:nvPr>
            <p:ph idx="9" type="subTitle"/>
          </p:nvPr>
        </p:nvSpPr>
        <p:spPr>
          <a:xfrm>
            <a:off x="3589053" y="39298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51" name="Google Shape;10951;p26"/>
          <p:cNvSpPr txBox="1"/>
          <p:nvPr>
            <p:ph idx="13" type="subTitle"/>
          </p:nvPr>
        </p:nvSpPr>
        <p:spPr>
          <a:xfrm>
            <a:off x="3589053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10952" name="Shape 1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3" name="Google Shape;10953;p27"/>
          <p:cNvSpPr txBox="1"/>
          <p:nvPr>
            <p:ph hasCustomPrompt="1" type="title"/>
          </p:nvPr>
        </p:nvSpPr>
        <p:spPr>
          <a:xfrm>
            <a:off x="2223600" y="539500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4" name="Google Shape;10954;p27"/>
          <p:cNvSpPr txBox="1"/>
          <p:nvPr>
            <p:ph idx="1" type="subTitle"/>
          </p:nvPr>
        </p:nvSpPr>
        <p:spPr>
          <a:xfrm>
            <a:off x="2223600" y="1283125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5" name="Google Shape;10955;p27"/>
          <p:cNvSpPr txBox="1"/>
          <p:nvPr>
            <p:ph hasCustomPrompt="1" idx="2" type="title"/>
          </p:nvPr>
        </p:nvSpPr>
        <p:spPr>
          <a:xfrm>
            <a:off x="2223600" y="2017683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6" name="Google Shape;10956;p27"/>
          <p:cNvSpPr txBox="1"/>
          <p:nvPr>
            <p:ph idx="3" type="subTitle"/>
          </p:nvPr>
        </p:nvSpPr>
        <p:spPr>
          <a:xfrm>
            <a:off x="2223600" y="2758914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7" name="Google Shape;10957;p27"/>
          <p:cNvSpPr txBox="1"/>
          <p:nvPr>
            <p:ph hasCustomPrompt="1" idx="4" type="title"/>
          </p:nvPr>
        </p:nvSpPr>
        <p:spPr>
          <a:xfrm>
            <a:off x="2223600" y="3495867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8" name="Google Shape;10958;p27"/>
          <p:cNvSpPr txBox="1"/>
          <p:nvPr>
            <p:ph idx="5" type="subTitle"/>
          </p:nvPr>
        </p:nvSpPr>
        <p:spPr>
          <a:xfrm>
            <a:off x="2223600" y="4234703"/>
            <a:ext cx="4696800" cy="3693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10959" name="Google Shape;10959;p27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960" name="Google Shape;10960;p27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7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7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7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7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7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7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7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7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7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7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7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7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7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7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7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7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7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7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7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7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7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7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7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7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7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7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7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7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7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7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7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7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7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7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7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7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7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7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7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7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7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7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7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7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7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7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7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7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7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7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7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7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7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7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7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7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7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7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7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7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7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7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7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7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7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7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7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7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7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7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7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7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7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7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7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7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7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7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7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7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7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7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7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7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7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7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7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7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7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7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7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7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7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7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7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7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7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7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7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7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7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7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7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7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7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7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7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7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7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7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7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7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7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7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7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7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7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7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7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7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7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7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7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7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7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7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7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7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7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7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7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7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7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7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7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7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7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7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7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7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7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7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7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7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7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7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7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7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7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7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7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7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7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7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7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7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7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7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7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7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7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7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7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7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7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7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7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7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7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7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7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7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7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7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7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7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7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7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7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7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7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7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7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7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7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7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7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7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7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7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7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7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7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7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7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7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7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7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7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7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7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7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7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7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7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7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7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7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7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7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7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7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7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7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7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7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7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7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7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7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7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7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7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7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7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7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7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7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7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7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7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7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7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7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7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7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7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7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7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7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7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7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7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7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7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7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7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7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7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7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7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7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7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7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7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7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7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7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7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7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7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7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7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7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7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7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7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7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7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7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7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7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7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7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7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7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7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7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7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7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7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7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7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7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7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7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7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7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7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7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7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7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7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7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7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7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7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7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7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7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7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7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7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7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7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7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7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7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7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7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7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7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7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7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7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7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7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7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7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7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7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7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7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7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7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7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7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7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7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7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7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7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7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7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7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7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7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7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7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7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7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7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7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7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7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7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7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7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7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7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7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7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7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7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7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7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7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7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7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7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7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7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7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7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7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7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7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7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7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7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7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7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7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7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7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7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7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7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7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7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7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7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7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7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7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7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7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7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7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27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27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7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7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7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7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7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7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7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7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7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7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7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7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7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7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7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7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7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7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7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7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7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7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7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7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7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7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7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7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7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7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7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7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7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7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7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7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7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7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7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7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7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7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7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7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7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7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7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7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7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7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7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7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7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7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7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7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7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7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7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7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7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7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7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7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7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7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7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7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7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7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7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7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7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7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7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7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7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7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7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7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7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7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7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7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7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7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7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7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7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7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7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7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7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7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7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7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7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7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7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7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7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7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7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7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7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7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7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7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7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7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7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7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7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7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7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7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7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7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7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7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7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7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7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7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7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7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7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7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7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7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7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7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7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7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7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7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7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7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7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7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7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7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7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7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7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7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7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7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7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7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7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7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7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7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7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7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7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7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7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7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7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7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7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7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7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7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7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7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7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7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7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7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7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7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7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7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7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7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7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7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7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7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7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7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7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7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7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7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7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7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7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7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7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7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7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7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7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7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7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7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7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7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7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7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7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7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7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7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7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7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7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7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7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7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7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7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7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7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7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7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7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7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7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7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7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7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7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7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7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7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7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7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7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7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7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7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7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7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7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7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7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7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7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7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7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7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7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7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7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7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7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7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7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7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7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7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7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7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7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7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7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7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7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7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7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7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7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7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7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7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7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7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7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7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7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7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7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7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7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7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7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7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7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7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7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7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7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7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7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7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7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7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7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7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7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7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7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7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7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7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7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7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7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7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7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7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7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7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7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7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7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7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7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7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7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7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7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7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7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7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7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7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7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7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7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7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7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7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7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7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7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7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7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7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7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7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7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7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7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7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7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7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7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7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7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7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7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7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7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7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7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7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7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7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7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7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7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7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7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7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7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7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7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7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7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7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7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7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7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7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7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7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7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7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7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7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7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7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7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7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7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7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7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7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7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7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7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7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7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7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7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7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7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7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7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7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7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7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7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7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7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7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7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7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7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7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7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7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7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7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7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7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7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7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7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7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7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7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7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7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7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7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7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7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7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7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7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7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7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7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7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7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7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7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7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7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7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7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7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7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7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7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7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7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7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7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7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7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7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7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7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7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7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7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7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7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7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7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7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7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7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7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7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7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7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7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7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7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7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7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7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7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7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7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7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7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7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7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7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7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7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7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7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7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7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7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7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7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7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7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7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7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7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7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7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7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7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7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7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7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7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7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7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7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7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7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7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7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7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7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7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7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7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7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7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7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7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7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7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7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7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7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7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7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7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7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7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7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7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7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7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7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7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7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7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7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7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7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7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7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7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7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7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7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7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7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7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7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7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7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7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7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7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7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7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7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7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7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7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7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7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7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7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7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7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7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7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7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7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7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7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7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7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7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7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7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7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7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7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7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7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7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7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7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7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7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7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7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7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7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7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7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7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7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7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7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7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7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7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7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7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7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7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7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7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7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7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7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7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7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7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7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7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7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7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7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7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7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7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7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7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7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7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7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7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7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7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7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7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7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7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7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7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7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7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7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7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7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7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7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7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7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7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7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7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7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7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7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7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7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7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7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7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7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7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7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7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7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7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7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7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7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7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7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7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7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7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7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7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7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7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7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7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7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7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7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7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7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7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7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7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7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7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7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7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7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7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7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7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7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7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7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7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7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7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7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7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7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7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7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7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7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7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7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7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7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7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7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7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7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7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7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7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7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7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7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7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7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7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7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7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7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7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7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7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7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7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7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7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7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7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7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7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7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7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7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7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7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7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7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7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7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7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7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7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7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7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7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7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7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7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7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7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7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7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7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7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7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7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27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27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27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27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27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27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27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7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7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7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7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7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7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7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7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7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7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7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7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7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7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7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7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7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7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7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7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7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7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7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7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7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7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7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7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7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7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7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7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7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7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7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7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7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7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7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7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7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7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7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7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7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7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7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7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7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7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7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7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7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7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7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7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7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7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7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7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7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7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7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7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7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7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7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27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27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7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7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7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7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7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7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7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7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7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7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7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7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7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7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7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7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7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7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7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7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7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7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7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7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7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7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7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7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7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7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7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7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7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27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27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27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76" name="Google Shape;12576;p27"/>
          <p:cNvSpPr/>
          <p:nvPr/>
        </p:nvSpPr>
        <p:spPr>
          <a:xfrm rot="-5400000">
            <a:off x="7627482" y="156704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7" name="Google Shape;12577;p27"/>
          <p:cNvSpPr/>
          <p:nvPr/>
        </p:nvSpPr>
        <p:spPr>
          <a:xfrm rot="-5400000">
            <a:off x="8202092" y="1786767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8" name="Google Shape;12578;p27"/>
          <p:cNvGrpSpPr/>
          <p:nvPr/>
        </p:nvGrpSpPr>
        <p:grpSpPr>
          <a:xfrm rot="10800000">
            <a:off x="365573" y="1027175"/>
            <a:ext cx="347597" cy="4345456"/>
            <a:chOff x="-136402" y="-175976"/>
            <a:chExt cx="347597" cy="4345456"/>
          </a:xfrm>
        </p:grpSpPr>
        <p:sp>
          <p:nvSpPr>
            <p:cNvPr id="12579" name="Google Shape;12579;p27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7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7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7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7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7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7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7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6" name="Google Shape;12606;p27"/>
          <p:cNvGrpSpPr/>
          <p:nvPr/>
        </p:nvGrpSpPr>
        <p:grpSpPr>
          <a:xfrm rot="10800000">
            <a:off x="365573" y="1027180"/>
            <a:ext cx="347597" cy="4345451"/>
            <a:chOff x="-136402" y="-175976"/>
            <a:chExt cx="347597" cy="4345451"/>
          </a:xfrm>
        </p:grpSpPr>
        <p:sp>
          <p:nvSpPr>
            <p:cNvPr id="12607" name="Google Shape;12607;p27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33" name="Google Shape;12633;p27"/>
          <p:cNvSpPr/>
          <p:nvPr/>
        </p:nvSpPr>
        <p:spPr>
          <a:xfrm rot="10800000">
            <a:off x="365518" y="102718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12634" name="Shape 1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5" name="Google Shape;12635;p28"/>
          <p:cNvSpPr txBox="1"/>
          <p:nvPr>
            <p:ph hasCustomPrompt="1" type="title"/>
          </p:nvPr>
        </p:nvSpPr>
        <p:spPr>
          <a:xfrm>
            <a:off x="1910200" y="2015875"/>
            <a:ext cx="10422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6" name="Google Shape;12636;p28"/>
          <p:cNvSpPr txBox="1"/>
          <p:nvPr>
            <p:ph hasCustomPrompt="1" idx="2" type="title"/>
          </p:nvPr>
        </p:nvSpPr>
        <p:spPr>
          <a:xfrm>
            <a:off x="4586525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7" name="Google Shape;12637;p28"/>
          <p:cNvSpPr txBox="1"/>
          <p:nvPr>
            <p:ph hasCustomPrompt="1" idx="3" type="title"/>
          </p:nvPr>
        </p:nvSpPr>
        <p:spPr>
          <a:xfrm>
            <a:off x="7262249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8" name="Google Shape;12638;p28"/>
          <p:cNvSpPr txBox="1"/>
          <p:nvPr>
            <p:ph idx="4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2639" name="Google Shape;12639;p28"/>
          <p:cNvSpPr txBox="1"/>
          <p:nvPr>
            <p:ph idx="1" type="subTitle"/>
          </p:nvPr>
        </p:nvSpPr>
        <p:spPr>
          <a:xfrm>
            <a:off x="713225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0" name="Google Shape;12640;p28"/>
          <p:cNvSpPr txBox="1"/>
          <p:nvPr>
            <p:ph idx="5" type="subTitle"/>
          </p:nvPr>
        </p:nvSpPr>
        <p:spPr>
          <a:xfrm>
            <a:off x="713225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1" name="Google Shape;12641;p28"/>
          <p:cNvSpPr txBox="1"/>
          <p:nvPr>
            <p:ph idx="6" type="subTitle"/>
          </p:nvPr>
        </p:nvSpPr>
        <p:spPr>
          <a:xfrm>
            <a:off x="3388950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2" name="Google Shape;12642;p28"/>
          <p:cNvSpPr txBox="1"/>
          <p:nvPr>
            <p:ph idx="7" type="subTitle"/>
          </p:nvPr>
        </p:nvSpPr>
        <p:spPr>
          <a:xfrm>
            <a:off x="3388950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3" name="Google Shape;12643;p28"/>
          <p:cNvSpPr txBox="1"/>
          <p:nvPr>
            <p:ph idx="8" type="subTitle"/>
          </p:nvPr>
        </p:nvSpPr>
        <p:spPr>
          <a:xfrm>
            <a:off x="6064674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4" name="Google Shape;12644;p28"/>
          <p:cNvSpPr txBox="1"/>
          <p:nvPr>
            <p:ph idx="9" type="subTitle"/>
          </p:nvPr>
        </p:nvSpPr>
        <p:spPr>
          <a:xfrm>
            <a:off x="6064674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5" name="Google Shape;12645;p28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6" name="Google Shape;12646;p28"/>
          <p:cNvSpPr/>
          <p:nvPr/>
        </p:nvSpPr>
        <p:spPr>
          <a:xfrm>
            <a:off x="8172973" y="4365558"/>
            <a:ext cx="908514" cy="9551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47" name="Google Shape;12647;p28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2648" name="Google Shape;12648;p2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2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2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5" name="Google Shape;12675;p28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2676" name="Google Shape;12676;p2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02" name="Google Shape;12702;p28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3" name="Google Shape;12703;p28"/>
          <p:cNvSpPr/>
          <p:nvPr/>
        </p:nvSpPr>
        <p:spPr>
          <a:xfrm>
            <a:off x="-151900" y="-120000"/>
            <a:ext cx="991295" cy="104221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12704" name="Shape 12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5" name="Google Shape;12705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06" name="Google Shape;12706;p29"/>
          <p:cNvGrpSpPr/>
          <p:nvPr/>
        </p:nvGrpSpPr>
        <p:grpSpPr>
          <a:xfrm rot="-5400000">
            <a:off x="6144894" y="2894790"/>
            <a:ext cx="347597" cy="4345456"/>
            <a:chOff x="-136402" y="-175976"/>
            <a:chExt cx="347597" cy="4345456"/>
          </a:xfrm>
        </p:grpSpPr>
        <p:sp>
          <p:nvSpPr>
            <p:cNvPr id="12707" name="Google Shape;12707;p2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29"/>
          <p:cNvGrpSpPr/>
          <p:nvPr/>
        </p:nvGrpSpPr>
        <p:grpSpPr>
          <a:xfrm rot="-5400000">
            <a:off x="6144891" y="2894793"/>
            <a:ext cx="347597" cy="4345451"/>
            <a:chOff x="-136402" y="-175976"/>
            <a:chExt cx="347597" cy="4345451"/>
          </a:xfrm>
        </p:grpSpPr>
        <p:sp>
          <p:nvSpPr>
            <p:cNvPr id="12735" name="Google Shape;12735;p2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1" name="Google Shape;12761;p29"/>
          <p:cNvSpPr/>
          <p:nvPr/>
        </p:nvSpPr>
        <p:spPr>
          <a:xfrm rot="-5400000">
            <a:off x="6144816" y="289476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2" name="Google Shape;12762;p29"/>
          <p:cNvSpPr/>
          <p:nvPr/>
        </p:nvSpPr>
        <p:spPr>
          <a:xfrm>
            <a:off x="-221725" y="4030165"/>
            <a:ext cx="934961" cy="982947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3" name="Google Shape;12763;p29"/>
          <p:cNvSpPr/>
          <p:nvPr/>
        </p:nvSpPr>
        <p:spPr>
          <a:xfrm>
            <a:off x="8777236" y="-47750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4" name="Google Shape;12764;p29"/>
          <p:cNvSpPr/>
          <p:nvPr/>
        </p:nvSpPr>
        <p:spPr>
          <a:xfrm>
            <a:off x="8599075" y="1637891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12765" name="Shape 1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6" name="Google Shape;12766;p30"/>
          <p:cNvSpPr txBox="1"/>
          <p:nvPr>
            <p:ph type="title"/>
          </p:nvPr>
        </p:nvSpPr>
        <p:spPr>
          <a:xfrm>
            <a:off x="720000" y="445025"/>
            <a:ext cx="77040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67" name="Google Shape;12767;p30"/>
          <p:cNvGrpSpPr/>
          <p:nvPr/>
        </p:nvGrpSpPr>
        <p:grpSpPr>
          <a:xfrm rot="-5400000">
            <a:off x="1552469" y="-2158710"/>
            <a:ext cx="347597" cy="4345456"/>
            <a:chOff x="-136402" y="-175976"/>
            <a:chExt cx="347597" cy="4345456"/>
          </a:xfrm>
        </p:grpSpPr>
        <p:sp>
          <p:nvSpPr>
            <p:cNvPr id="12768" name="Google Shape;12768;p3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3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3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3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3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3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3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3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3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3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3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3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3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3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3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3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3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3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3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3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3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3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3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3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3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3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3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5" name="Google Shape;12795;p30"/>
          <p:cNvGrpSpPr/>
          <p:nvPr/>
        </p:nvGrpSpPr>
        <p:grpSpPr>
          <a:xfrm rot="-5400000">
            <a:off x="1552466" y="-2158707"/>
            <a:ext cx="347597" cy="4345451"/>
            <a:chOff x="-136402" y="-175976"/>
            <a:chExt cx="347597" cy="4345451"/>
          </a:xfrm>
        </p:grpSpPr>
        <p:sp>
          <p:nvSpPr>
            <p:cNvPr id="12796" name="Google Shape;12796;p3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3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3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3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3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3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3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3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3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3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3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3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3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3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3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3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3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3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3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3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3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3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3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3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3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3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30"/>
          <p:cNvSpPr/>
          <p:nvPr/>
        </p:nvSpPr>
        <p:spPr>
          <a:xfrm rot="-5400000">
            <a:off x="1552391" y="-215873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3" name="Google Shape;12823;p30"/>
          <p:cNvSpPr/>
          <p:nvPr/>
        </p:nvSpPr>
        <p:spPr>
          <a:xfrm rot="-5400000">
            <a:off x="1712363" y="3497863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4" name="Google Shape;12824;p30"/>
          <p:cNvSpPr/>
          <p:nvPr/>
        </p:nvSpPr>
        <p:spPr>
          <a:xfrm rot="-5400000">
            <a:off x="-1034812" y="3850013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5" name="Google Shape;12825;p30"/>
          <p:cNvSpPr/>
          <p:nvPr/>
        </p:nvSpPr>
        <p:spPr>
          <a:xfrm>
            <a:off x="8624923" y="1816773"/>
            <a:ext cx="847455" cy="89099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12826" name="Shape 1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27" name="Google Shape;12827;p3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2828" name="Google Shape;12828;p3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3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3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3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3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3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3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3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3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3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3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3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3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3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3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3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3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3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3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3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3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3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3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3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3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3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3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3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3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3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3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3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3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3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3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3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3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3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3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3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3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3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3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3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3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3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3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3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3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3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3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3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3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3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3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3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3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3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3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3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3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3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3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3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3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3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3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3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3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3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3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3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3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3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3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3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3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3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3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3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3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3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3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3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3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3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3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3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3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3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3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3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3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3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3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3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3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3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3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3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3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3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3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3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3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3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3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3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3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3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3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3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3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3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3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3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3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3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3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3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3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3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3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3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3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3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3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3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3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3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3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3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3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3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3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3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3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3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3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3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3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3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3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3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3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3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3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3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3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3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3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3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3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3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3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3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3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3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3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3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3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3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3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3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3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3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3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3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3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3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3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3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3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3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3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3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3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3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3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3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3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3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3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3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3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3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3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3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3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3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3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3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3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3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3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3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3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3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3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3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3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3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3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3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3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3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3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3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3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3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3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3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3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3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3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3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3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3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3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3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3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3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3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3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3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3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3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3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3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3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3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3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3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3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3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3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3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3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3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3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3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3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3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3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3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3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3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3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3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3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3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3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3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3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3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3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3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3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3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3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3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3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3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3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3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3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3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3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3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3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3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3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3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3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3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3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3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3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3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3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3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3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3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3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3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3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3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3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3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3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3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3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3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3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3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3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3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3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3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3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3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3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3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3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3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3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3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3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3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3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3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3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3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3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3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3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3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3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3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3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3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3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3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3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3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3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3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3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3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3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3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3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3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3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3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3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3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3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3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3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3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3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3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3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3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3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3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3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3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3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3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3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3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3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3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3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3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3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3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3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3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3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3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3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3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3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3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3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3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3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3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3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3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3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3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3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3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3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3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3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3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3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3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3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3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3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3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3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3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3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3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3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3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3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3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3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3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3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3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3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3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3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3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3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3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3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3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3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3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3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3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3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3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3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3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3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3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3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3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3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3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3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3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3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3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3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3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3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3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3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3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3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3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3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3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3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3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3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3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3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3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3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3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3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3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3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3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3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3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3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3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3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3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3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3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3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3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3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3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3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3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3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3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3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3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3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3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3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3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3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3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3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3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3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3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3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3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3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3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3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3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3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3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3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3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3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3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3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3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3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3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3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3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3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3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3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3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3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3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3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3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3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3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3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3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3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3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3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3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3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3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3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3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3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3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3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3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3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3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3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3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3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3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3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3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3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3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3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3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3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3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3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3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3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3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3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3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3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3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3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3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3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3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3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3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3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3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3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3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3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3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3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3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3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3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3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3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3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3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3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3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3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3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3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3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3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3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3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3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3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3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3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3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3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3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3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3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3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3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3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3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3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3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3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3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3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3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3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3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3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3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3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3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3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3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3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3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3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3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3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3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3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3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3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3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3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3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3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3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3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3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3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3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3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3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3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3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3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3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3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3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3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3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3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3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3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3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3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3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3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3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3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3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3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3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3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3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3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3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3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3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3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3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3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3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3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3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3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3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3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3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3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3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3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3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3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3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3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3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3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3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3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3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3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3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3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3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3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3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3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3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3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3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3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3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3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3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3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3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3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3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3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3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3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3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3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3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3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3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3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3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3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3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3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3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3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3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3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3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3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3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3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3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3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3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3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3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3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3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3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3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3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3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3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3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3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3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3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3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3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3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3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3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3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3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3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3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3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3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3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3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3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3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3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3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3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3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3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3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3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3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3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3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3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3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3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3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3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3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3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3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3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3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3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3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3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3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3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3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3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3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3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3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3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3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3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3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3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3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3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3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3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3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3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3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3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3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3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3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3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3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3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3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3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3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3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3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3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3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3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3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3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3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3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3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3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3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3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3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3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3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3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3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3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3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3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3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3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3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3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3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3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3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3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3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3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3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3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3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3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3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3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3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3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3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3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3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3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3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3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3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3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3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3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3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3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3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3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3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3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3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3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3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3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3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3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3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3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3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3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3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3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3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3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3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3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3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3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3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3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3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3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3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3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3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3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3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3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3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3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3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3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3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3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3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3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3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3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3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3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3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3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3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3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3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3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3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3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3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3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3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3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3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3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3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3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3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3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3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3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3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3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3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3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3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3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3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3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3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3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3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3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3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3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3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3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3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3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3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3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3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3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3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3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3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3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3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3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3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3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3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3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3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3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3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3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3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3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3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3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3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3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3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3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3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3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3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3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3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3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3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3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3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3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3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3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3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3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3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3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3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3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3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3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3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3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3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3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3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3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3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3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3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3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3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3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3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3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3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3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3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3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3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3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3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3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3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3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3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3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3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3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3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3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3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3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3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3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3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3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3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3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3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3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3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3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3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3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3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3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3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3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3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3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3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3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3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3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3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3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3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3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3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3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3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3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3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3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3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3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3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3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3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3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3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3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3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3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3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3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3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3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3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3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3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3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3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3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3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3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3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3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3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3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3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3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3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3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3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3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3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3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3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3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3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3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3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3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3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3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3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3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3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3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3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3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3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3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3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3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3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3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3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3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3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3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3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3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3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3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3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3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3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3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3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3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3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3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3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3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3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3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3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3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3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3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3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3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3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3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3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3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3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3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3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3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3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3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3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3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3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3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3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3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3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3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3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3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3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3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3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3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3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3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3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3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3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3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3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3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3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3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3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3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3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3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3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3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3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3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3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3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3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3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3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3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3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3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3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3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3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3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3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3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3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3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3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3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3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3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3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3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3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3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3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3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3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3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3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3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3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3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3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3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3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3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3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3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3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3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3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3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3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3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3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3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3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3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3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3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3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3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3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3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3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3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3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3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3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3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3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3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3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3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3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3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3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3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3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3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3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3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3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3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3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3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3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3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3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3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3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3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3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3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3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3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3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3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3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3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3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3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3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3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3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3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3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3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3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3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3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3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3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3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3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3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3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3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3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3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3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3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3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3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3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3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3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3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3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3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3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3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3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3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3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3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3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3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3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3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3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3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3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3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3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3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3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3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3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3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3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3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3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3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3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3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3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3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3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3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3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3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3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3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3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3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3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3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3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3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3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3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3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3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3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3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3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3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3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3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3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3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3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3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3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3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3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3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3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3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3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3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3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3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3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3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3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3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3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3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3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3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3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3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3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3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3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3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3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3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3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3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3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3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3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3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3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3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3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3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3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3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3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3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3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3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3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3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3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3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3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3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3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3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3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3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3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3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3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3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3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3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3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3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3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3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3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3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3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3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3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3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3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3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3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3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3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3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3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3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3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3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3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3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3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3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3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3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3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3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3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3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3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3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3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3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3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3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3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3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3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3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3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3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3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3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3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3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3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3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3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3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3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3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3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3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3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3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3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3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3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3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3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3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3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3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3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3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3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3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3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3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3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3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3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3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3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3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3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3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3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3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3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3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3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3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3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3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3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3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3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3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3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3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3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3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3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3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3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3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3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3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3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3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3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3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3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3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3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3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3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3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3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3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3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3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3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3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3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3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3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3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3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3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3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3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3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3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3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3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3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3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3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3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3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3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3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3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3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3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3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3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3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3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3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3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3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3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3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3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3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3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3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3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3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3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3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3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3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3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3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3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3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3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3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3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3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3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3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3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3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3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3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3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3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3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3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3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3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3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3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3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3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3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3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3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3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3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3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3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3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3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3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3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3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3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3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3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3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3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3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3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3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3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3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3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3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3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3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3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3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3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3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3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3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3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3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3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3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3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3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3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3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3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3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3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3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3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3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3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3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3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3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3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3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3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31"/>
          <p:cNvGrpSpPr/>
          <p:nvPr/>
        </p:nvGrpSpPr>
        <p:grpSpPr>
          <a:xfrm rot="-5400000">
            <a:off x="5968319" y="-2113997"/>
            <a:ext cx="347597" cy="4345456"/>
            <a:chOff x="-136402" y="-175976"/>
            <a:chExt cx="347597" cy="4345456"/>
          </a:xfrm>
        </p:grpSpPr>
        <p:sp>
          <p:nvSpPr>
            <p:cNvPr id="14445" name="Google Shape;14445;p3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3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3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3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3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3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3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3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3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3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3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3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3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3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3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3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3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3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3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3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3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3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3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3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3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3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3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2" name="Google Shape;14472;p31"/>
          <p:cNvGrpSpPr/>
          <p:nvPr/>
        </p:nvGrpSpPr>
        <p:grpSpPr>
          <a:xfrm rot="-5400000">
            <a:off x="5968316" y="-2113995"/>
            <a:ext cx="347597" cy="4345451"/>
            <a:chOff x="-136402" y="-175976"/>
            <a:chExt cx="347597" cy="4345451"/>
          </a:xfrm>
        </p:grpSpPr>
        <p:sp>
          <p:nvSpPr>
            <p:cNvPr id="14473" name="Google Shape;14473;p3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3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3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3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3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3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3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3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3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3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3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3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3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3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3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3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3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3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3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3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3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3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3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3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3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3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99" name="Google Shape;14499;p31"/>
          <p:cNvSpPr/>
          <p:nvPr/>
        </p:nvSpPr>
        <p:spPr>
          <a:xfrm rot="-5400000">
            <a:off x="5968241" y="-21140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0" name="Google Shape;14500;p31"/>
          <p:cNvSpPr txBox="1"/>
          <p:nvPr>
            <p:ph type="title"/>
          </p:nvPr>
        </p:nvSpPr>
        <p:spPr>
          <a:xfrm>
            <a:off x="713226" y="540000"/>
            <a:ext cx="4634100" cy="13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8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4501" name="Google Shape;14501;p31"/>
          <p:cNvSpPr txBox="1"/>
          <p:nvPr>
            <p:ph idx="1" type="subTitle"/>
          </p:nvPr>
        </p:nvSpPr>
        <p:spPr>
          <a:xfrm>
            <a:off x="713225" y="1938646"/>
            <a:ext cx="44481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4502" name="Google Shape;14502;p31"/>
          <p:cNvSpPr txBox="1"/>
          <p:nvPr/>
        </p:nvSpPr>
        <p:spPr>
          <a:xfrm>
            <a:off x="713225" y="3657875"/>
            <a:ext cx="4634100" cy="51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includes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endParaRPr b="1" sz="10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14503" name="Shape 14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04" name="Google Shape;14504;p3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4505" name="Google Shape;14505;p3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3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3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3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3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3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3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3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3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3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3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3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3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3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3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3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3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3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3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3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3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3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3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3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3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3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3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3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3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3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3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3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3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3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3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3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3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3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3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3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3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3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3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3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3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3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3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3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3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3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3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3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3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3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3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3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3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3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3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3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3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3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3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3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3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3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3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3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3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3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3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3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3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3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3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3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3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3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3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3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3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3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3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3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3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3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3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3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3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3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3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3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3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3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3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3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3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3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3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3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3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3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3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3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3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3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3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3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3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3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3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3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3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3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3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3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3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3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3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3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3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3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3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3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3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3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3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3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3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3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3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3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3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3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3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3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3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3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3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3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3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3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3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3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3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3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3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3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3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3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3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3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3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3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3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3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3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3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3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3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3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3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3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3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3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3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3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3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3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3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3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3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3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3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3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3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3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3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3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3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3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3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3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3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3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3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3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3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3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3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3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3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3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3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3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3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3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3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3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3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3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3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3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3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3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3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3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3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3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3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3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3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3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3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3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3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3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3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3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3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3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3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3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3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3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3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3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3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3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3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3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3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3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3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3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3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3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3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3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3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3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3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3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3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3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3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3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3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3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3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3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3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3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3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3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3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3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3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3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3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3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3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3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3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3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3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3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3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3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3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3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3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3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3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3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3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3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3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3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3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3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3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3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3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3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3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3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3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3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3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3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3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3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3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3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3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3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3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3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3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3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3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3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3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3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3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3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3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3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3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3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3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3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3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3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3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3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3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3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3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3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3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3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3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3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3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3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3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3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3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3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3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3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3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3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3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3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3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3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3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3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3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3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3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3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3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3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3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3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3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3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3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3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3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3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3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3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3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3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3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3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3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3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3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3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3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3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3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3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3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3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3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3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3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3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3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3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3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3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3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3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3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3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3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3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3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3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3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3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3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3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3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3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3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3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3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3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3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3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3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3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3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3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3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3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3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3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3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3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3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3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3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3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3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3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3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3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3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3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3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3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3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3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3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3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3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3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3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3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3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3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3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3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3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3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3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3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3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3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3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3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3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3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3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3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3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3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3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3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3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3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3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3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3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3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3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3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3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3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3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3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3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3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3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3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3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3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3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3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3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3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3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3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3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3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3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3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3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3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3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3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3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3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3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3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3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3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3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3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3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3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3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3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3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3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3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3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3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3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3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3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3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3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3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3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3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3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3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3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3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3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3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3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3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3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3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3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3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3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3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3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3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3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3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3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3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3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3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3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3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3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3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3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3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3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3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3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3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3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3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3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3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3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3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3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3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3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3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3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3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3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3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3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3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3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3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3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3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3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3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3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3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3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3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3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3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3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3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3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3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3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3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3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3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3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3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3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3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3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3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3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3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3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3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3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3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3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3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3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3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3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3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3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3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3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3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3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3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3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3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3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3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3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3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3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3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3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3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3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3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3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3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3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3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3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3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3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3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3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3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3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3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3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3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3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3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3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3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3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3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3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3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3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3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3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3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3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3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3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3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3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3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3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3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3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3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3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3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3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3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3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3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3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3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3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3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3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3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3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3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3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3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3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3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3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3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3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3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3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3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3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3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3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3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3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3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3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3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3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3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3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3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3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3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3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3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3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3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3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3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3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3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3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3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3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3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3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3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3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3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3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3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3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3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3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3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3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3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3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3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3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3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3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3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3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3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3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3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3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3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3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3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3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3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3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3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3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3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3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3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3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3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3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3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3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3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3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3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3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3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3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3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3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3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3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3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3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3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3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3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3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3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3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3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3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3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3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3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3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3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3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3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3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3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3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3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3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3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3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3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3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3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3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3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3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3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3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3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3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3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3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3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3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3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3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3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3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3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3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3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3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3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3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3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3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3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3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3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3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3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3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3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3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3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3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3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3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3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3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3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3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3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3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3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3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3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3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3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3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3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3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3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3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3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3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3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3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3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3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3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3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3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3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3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3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3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3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3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3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3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3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3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3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3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3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3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3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3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3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3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3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3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3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3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3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3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3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3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3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3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3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3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3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3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3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3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3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3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3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3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3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3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3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3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3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3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3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3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3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3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3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3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3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3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3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3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3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3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3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3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3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3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3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3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3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3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3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3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3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3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3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3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3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3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3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3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3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3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3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3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3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3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3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3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3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3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3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3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3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3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3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3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3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3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3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3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3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3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3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3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3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3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3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3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3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3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3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3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3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3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3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3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3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3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3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3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3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3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3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3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3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3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3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3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3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3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3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3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3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3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3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3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3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3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3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3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3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3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3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3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3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3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3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3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3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3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3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3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3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3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3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3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3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3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3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3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3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3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3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3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3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3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3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3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3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3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3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3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3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3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3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3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3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3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3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3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3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3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3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3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3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3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3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3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3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3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3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3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3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3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3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3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3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3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3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3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3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3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3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3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3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3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3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3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3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3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3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3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3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3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3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3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3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3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3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3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3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3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3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3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3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3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3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3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3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3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3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3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3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3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3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3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3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3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3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3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3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3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3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3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3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3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3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3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3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3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3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3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3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3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3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3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3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3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3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3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3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3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3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3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3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3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3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3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3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3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3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3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3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3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3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3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3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3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3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3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3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3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3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3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3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3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3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3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3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3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3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3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3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3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3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3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3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3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3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3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3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3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3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3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3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3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3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3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3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3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3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3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3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3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3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3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3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3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3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3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3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3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3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3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3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3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3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3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3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3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3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3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3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3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3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3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3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3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3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3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3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3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3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3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3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3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3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3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3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3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3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3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3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3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3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3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3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3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3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3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3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3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3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3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3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3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3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3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3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3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3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3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3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3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3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3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3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3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3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3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3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3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3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3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3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3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3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3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3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3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3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3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3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3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3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3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3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3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3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3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3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3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3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3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3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3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3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3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3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3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3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3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3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3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3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3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3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3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3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3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3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3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3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3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3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3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3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3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3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3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3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3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3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3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3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3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3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3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3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3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3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3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3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3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3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3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3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3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3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3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3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3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3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3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3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3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3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3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3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3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3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3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3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3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3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3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3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3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3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3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3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3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3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3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3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3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3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3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3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3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3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3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3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3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3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3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3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3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3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3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3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3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3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3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3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3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3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3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3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3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3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3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3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3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3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3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3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3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3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3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3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3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3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3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3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3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3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3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3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3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3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3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3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3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3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3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3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3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3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3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3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3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3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3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3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3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3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3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3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3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3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3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3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3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3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3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3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3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3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3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3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3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3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3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3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3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3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3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3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3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3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3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3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3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3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3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3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3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3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3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3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3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3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3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3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3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3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3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3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3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3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3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3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3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3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3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3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3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3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3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3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3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3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3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3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3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3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3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3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3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3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3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3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3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3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3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3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3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3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3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3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3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3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3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3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3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3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3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3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3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3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3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3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3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3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3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3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3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3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3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3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3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3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3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3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3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3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3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3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3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3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3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3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3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3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3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3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3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3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3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3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3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3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3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3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3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3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3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3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3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3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3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3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3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3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3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3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3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3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3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3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3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3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3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3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3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3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3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3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3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3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3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3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3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3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3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3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3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3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3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3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3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3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3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3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3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3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3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3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3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3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3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3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3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3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3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3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3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3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3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3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3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3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3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3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3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3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3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3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3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3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3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3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3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3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3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3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3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3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3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3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3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3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3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3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3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3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3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3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3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3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3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3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3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3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3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3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3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3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3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3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3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3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3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3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3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3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3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3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3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3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3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3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3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3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3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3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3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3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3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3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3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3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3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3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3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3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3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3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3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3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3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3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3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3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3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3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3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3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3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16121" name="Shape 1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2" name="Google Shape;16122;p33"/>
          <p:cNvSpPr/>
          <p:nvPr/>
        </p:nvSpPr>
        <p:spPr>
          <a:xfrm>
            <a:off x="-214975" y="3963813"/>
            <a:ext cx="928204" cy="97584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3" name="Google Shape;16123;p33"/>
          <p:cNvSpPr/>
          <p:nvPr/>
        </p:nvSpPr>
        <p:spPr>
          <a:xfrm>
            <a:off x="8872872" y="246175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4" name="Google Shape;16124;p33"/>
          <p:cNvSpPr/>
          <p:nvPr/>
        </p:nvSpPr>
        <p:spPr>
          <a:xfrm>
            <a:off x="8519900" y="1931816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</p:sldLayoutIdLst>
  <p:transition spd="med">
    <p:fade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3.png"/><Relationship Id="rId4" Type="http://schemas.openxmlformats.org/officeDocument/2006/relationships/image" Target="../media/image4.png"/><Relationship Id="rId5" Type="http://schemas.openxmlformats.org/officeDocument/2006/relationships/image" Target="../media/image1.jpg"/><Relationship Id="rId6" Type="http://schemas.openxmlformats.org/officeDocument/2006/relationships/image" Target="../media/image5.png"/><Relationship Id="rId7" Type="http://schemas.openxmlformats.org/officeDocument/2006/relationships/image" Target="../media/image2.jpg"/><Relationship Id="rId8" Type="http://schemas.openxmlformats.org/officeDocument/2006/relationships/image" Target="../media/image6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9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7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8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28" name="Shape 16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9" name="Google Shape;16129;p34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Shower Vent</a:t>
            </a:r>
            <a:br>
              <a:rPr lang="en"/>
            </a:br>
            <a:r>
              <a:rPr lang="en"/>
              <a:t>Prototype v0.1.1</a:t>
            </a:r>
            <a:endParaRPr/>
          </a:p>
        </p:txBody>
      </p:sp>
      <p:sp>
        <p:nvSpPr>
          <p:cNvPr id="16130" name="Google Shape;16130;p34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By: TS, Daniel, and Joshua</a:t>
            </a:r>
            <a:endParaRPr/>
          </a:p>
        </p:txBody>
      </p:sp>
      <p:grpSp>
        <p:nvGrpSpPr>
          <p:cNvPr id="16131" name="Google Shape;16131;p34"/>
          <p:cNvGrpSpPr/>
          <p:nvPr/>
        </p:nvGrpSpPr>
        <p:grpSpPr>
          <a:xfrm>
            <a:off x="7516178" y="-132260"/>
            <a:ext cx="1888161" cy="1888672"/>
            <a:chOff x="7033950" y="-293650"/>
            <a:chExt cx="2687391" cy="2688118"/>
          </a:xfrm>
        </p:grpSpPr>
        <p:sp>
          <p:nvSpPr>
            <p:cNvPr id="16132" name="Google Shape;16132;p34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34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34" name="Google Shape;16134;p34"/>
          <p:cNvSpPr/>
          <p:nvPr/>
        </p:nvSpPr>
        <p:spPr>
          <a:xfrm>
            <a:off x="6336271" y="4322628"/>
            <a:ext cx="1179895" cy="118018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5" name="Google Shape;16135;p34"/>
          <p:cNvSpPr/>
          <p:nvPr/>
        </p:nvSpPr>
        <p:spPr>
          <a:xfrm>
            <a:off x="6976650" y="3552363"/>
            <a:ext cx="2720700" cy="2720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6" name="Google Shape;16136;p34"/>
          <p:cNvSpPr/>
          <p:nvPr/>
        </p:nvSpPr>
        <p:spPr>
          <a:xfrm>
            <a:off x="7118900" y="136525"/>
            <a:ext cx="583610" cy="61356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40" name="Shape 16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1" name="Google Shape;16141;p3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Terminology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6142" name="Google Shape;16142;p35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Common terminology we used in this project</a:t>
            </a:r>
            <a:endParaRPr/>
          </a:p>
        </p:txBody>
      </p:sp>
      <p:graphicFrame>
        <p:nvGraphicFramePr>
          <p:cNvPr id="16143" name="Google Shape;16143;p35"/>
          <p:cNvGraphicFramePr/>
          <p:nvPr/>
        </p:nvGraphicFramePr>
        <p:xfrm>
          <a:off x="720000" y="158201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{852EA0B6-802F-4BAE-8C68-131638D3EB2A}</a:tableStyleId>
              </a:tblPr>
              <a:tblGrid>
                <a:gridCol w="2606600"/>
                <a:gridCol w="5097400"/>
              </a:tblGrid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Power Button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 momentary contact switch. Treated as a toggle in the program so it toggles the system on or off.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Venting system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Controlled by a stepper motor (acting as fan) and a servo motor (acting as vent gate). Either is “on” and “open” or “off” and “closed” respectively.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Manual Vent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 different momentary contact switch. Treated as an override in the program toggling the venting system on and off.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Humidity sensor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Custom in house made humidity sensor. Used for the automatic activation of the venting system. 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Debounce time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 “continue venting” timer after the humidity sensor has readings BELOW preconfigured high humidity. 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47" name="Shape 16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8" name="Google Shape;16148;p36"/>
          <p:cNvSpPr txBox="1"/>
          <p:nvPr>
            <p:ph type="title"/>
          </p:nvPr>
        </p:nvSpPr>
        <p:spPr>
          <a:xfrm>
            <a:off x="713225" y="2310023"/>
            <a:ext cx="5722500" cy="197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800"/>
              <a:t>The Problem</a:t>
            </a:r>
            <a:endParaRPr sz="9800"/>
          </a:p>
        </p:txBody>
      </p:sp>
      <p:sp>
        <p:nvSpPr>
          <p:cNvPr id="16149" name="Google Shape;16149;p36"/>
          <p:cNvSpPr txBox="1"/>
          <p:nvPr>
            <p:ph idx="1" type="subTitle"/>
          </p:nvPr>
        </p:nvSpPr>
        <p:spPr>
          <a:xfrm>
            <a:off x="713225" y="3932900"/>
            <a:ext cx="5722500" cy="67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the problem we’re solving?</a:t>
            </a:r>
            <a:endParaRPr/>
          </a:p>
        </p:txBody>
      </p:sp>
      <p:grpSp>
        <p:nvGrpSpPr>
          <p:cNvPr id="16150" name="Google Shape;16150;p36"/>
          <p:cNvGrpSpPr/>
          <p:nvPr/>
        </p:nvGrpSpPr>
        <p:grpSpPr>
          <a:xfrm>
            <a:off x="7376564" y="926250"/>
            <a:ext cx="3478111" cy="3478005"/>
            <a:chOff x="1136350" y="86675"/>
            <a:chExt cx="4941903" cy="4941752"/>
          </a:xfrm>
        </p:grpSpPr>
        <p:sp>
          <p:nvSpPr>
            <p:cNvPr id="16151" name="Google Shape;16151;p36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36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36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36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36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36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36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36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36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36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36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36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36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36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36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36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36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36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36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36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36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36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36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36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36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36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36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36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36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36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36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36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36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36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36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36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36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36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36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36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36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36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36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36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36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36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36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36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36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36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36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36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36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36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36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36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36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36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36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36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36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36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36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36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36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36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36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36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36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36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36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36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36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36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36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36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36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36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36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36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36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36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36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36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36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36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36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8" name="Google Shape;16238;p36"/>
          <p:cNvGrpSpPr/>
          <p:nvPr/>
        </p:nvGrpSpPr>
        <p:grpSpPr>
          <a:xfrm>
            <a:off x="-510344" y="-814445"/>
            <a:ext cx="2447138" cy="2447800"/>
            <a:chOff x="7033950" y="-293650"/>
            <a:chExt cx="2687391" cy="2688118"/>
          </a:xfrm>
        </p:grpSpPr>
        <p:sp>
          <p:nvSpPr>
            <p:cNvPr id="16239" name="Google Shape;16239;p36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36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ransition spd="med">
    <p:push/>
  </p:transition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3000" fill="hold"/>
                                        <p:tgtEl>
                                          <p:spTgt spid="16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0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3500" fill="hold"/>
                                        <p:tgtEl>
                                          <p:spTgt spid="16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44" name="Shape 16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5" name="Google Shape;16245;p37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Mold In Your Bathroom</a:t>
            </a:r>
            <a:endParaRPr/>
          </a:p>
        </p:txBody>
      </p:sp>
      <p:sp>
        <p:nvSpPr>
          <p:cNvPr id="16246" name="Google Shape;16246;p37"/>
          <p:cNvSpPr txBox="1"/>
          <p:nvPr>
            <p:ph idx="1" type="subTitle"/>
          </p:nvPr>
        </p:nvSpPr>
        <p:spPr>
          <a:xfrm>
            <a:off x="4756186" y="2056225"/>
            <a:ext cx="31548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Property damage concerns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Wood rot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Persistent unpleasant odor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Surface degradation</a:t>
            </a:r>
            <a:endParaRPr sz="1900"/>
          </a:p>
        </p:txBody>
      </p:sp>
      <p:sp>
        <p:nvSpPr>
          <p:cNvPr id="16247" name="Google Shape;16247;p37"/>
          <p:cNvSpPr txBox="1"/>
          <p:nvPr>
            <p:ph idx="2" type="subTitle"/>
          </p:nvPr>
        </p:nvSpPr>
        <p:spPr>
          <a:xfrm>
            <a:off x="1233025" y="2056225"/>
            <a:ext cx="31506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Health related concerns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-"/>
            </a:pPr>
            <a:r>
              <a:rPr lang="en" sz="2000"/>
              <a:t>Allergic reactions</a:t>
            </a:r>
            <a:endParaRPr sz="24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-"/>
            </a:pPr>
            <a:r>
              <a:rPr lang="en" sz="2000"/>
              <a:t>Constant sneezing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-"/>
            </a:pPr>
            <a:r>
              <a:rPr lang="en" sz="2000"/>
              <a:t>Frequent nose bleeds</a:t>
            </a:r>
            <a:endParaRPr sz="2000"/>
          </a:p>
        </p:txBody>
      </p:sp>
      <p:cxnSp>
        <p:nvCxnSpPr>
          <p:cNvPr id="16248" name="Google Shape;16248;p37"/>
          <p:cNvCxnSpPr/>
          <p:nvPr/>
        </p:nvCxnSpPr>
        <p:spPr>
          <a:xfrm>
            <a:off x="4572000" y="1872325"/>
            <a:ext cx="0" cy="24684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249" name="Google Shape;16249;p37"/>
          <p:cNvSpPr/>
          <p:nvPr/>
        </p:nvSpPr>
        <p:spPr>
          <a:xfrm rot="10800000">
            <a:off x="7144150" y="3952363"/>
            <a:ext cx="2162400" cy="21624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0" name="Google Shape;16250;p37"/>
          <p:cNvSpPr/>
          <p:nvPr/>
        </p:nvSpPr>
        <p:spPr>
          <a:xfrm rot="10800000">
            <a:off x="7610708" y="4418921"/>
            <a:ext cx="1229100" cy="1229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51" name="Google Shape;16251;p37"/>
          <p:cNvGrpSpPr/>
          <p:nvPr/>
        </p:nvGrpSpPr>
        <p:grpSpPr>
          <a:xfrm rot="1125230">
            <a:off x="526958" y="1550413"/>
            <a:ext cx="353109" cy="351995"/>
            <a:chOff x="6664394" y="3346974"/>
            <a:chExt cx="353113" cy="351998"/>
          </a:xfrm>
        </p:grpSpPr>
        <p:sp>
          <p:nvSpPr>
            <p:cNvPr id="16252" name="Google Shape;16252;p37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37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37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37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37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7" name="Google Shape;16257;p37"/>
          <p:cNvGrpSpPr/>
          <p:nvPr/>
        </p:nvGrpSpPr>
        <p:grpSpPr>
          <a:xfrm rot="1158717">
            <a:off x="4021984" y="1860762"/>
            <a:ext cx="353101" cy="351986"/>
            <a:chOff x="6664394" y="3346974"/>
            <a:chExt cx="353113" cy="351998"/>
          </a:xfrm>
        </p:grpSpPr>
        <p:sp>
          <p:nvSpPr>
            <p:cNvPr id="16258" name="Google Shape;16258;p37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37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37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37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37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3" name="Google Shape;16263;p37"/>
          <p:cNvGrpSpPr/>
          <p:nvPr/>
        </p:nvGrpSpPr>
        <p:grpSpPr>
          <a:xfrm rot="-925227">
            <a:off x="366905" y="3600299"/>
            <a:ext cx="353112" cy="351998"/>
            <a:chOff x="6664394" y="3346974"/>
            <a:chExt cx="353113" cy="351998"/>
          </a:xfrm>
        </p:grpSpPr>
        <p:sp>
          <p:nvSpPr>
            <p:cNvPr id="16264" name="Google Shape;16264;p37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37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37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37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37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9" name="Google Shape;16269;p37"/>
          <p:cNvSpPr/>
          <p:nvPr/>
        </p:nvSpPr>
        <p:spPr>
          <a:xfrm rot="-602266">
            <a:off x="8142530" y="1531535"/>
            <a:ext cx="356208" cy="328421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70" name="Google Shape;16270;p37"/>
          <p:cNvGrpSpPr/>
          <p:nvPr/>
        </p:nvGrpSpPr>
        <p:grpSpPr>
          <a:xfrm rot="1066632">
            <a:off x="4904879" y="3310341"/>
            <a:ext cx="359574" cy="353891"/>
            <a:chOff x="4687894" y="2289713"/>
            <a:chExt cx="359594" cy="353909"/>
          </a:xfrm>
        </p:grpSpPr>
        <p:sp>
          <p:nvSpPr>
            <p:cNvPr id="16271" name="Google Shape;16271;p37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37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37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4" name="Google Shape;16274;p37"/>
          <p:cNvGrpSpPr/>
          <p:nvPr/>
        </p:nvGrpSpPr>
        <p:grpSpPr>
          <a:xfrm rot="-1374355">
            <a:off x="7932088" y="3075752"/>
            <a:ext cx="357703" cy="355130"/>
            <a:chOff x="1952836" y="3680964"/>
            <a:chExt cx="357720" cy="355148"/>
          </a:xfrm>
        </p:grpSpPr>
        <p:sp>
          <p:nvSpPr>
            <p:cNvPr id="16275" name="Google Shape;16275;p37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37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37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37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37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ransition spd="med">
    <p:push dir="r"/>
  </p:transition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1000" fill="hold"/>
                                        <p:tgtEl>
                                          <p:spTgt spid="16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83" name="Shape 16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4" name="Google Shape;16284;p38"/>
          <p:cNvSpPr/>
          <p:nvPr/>
        </p:nvSpPr>
        <p:spPr>
          <a:xfrm rot="-5400000">
            <a:off x="7069713" y="1539413"/>
            <a:ext cx="1328025" cy="2077500"/>
          </a:xfrm>
          <a:prstGeom prst="flowChartManualOperation">
            <a:avLst/>
          </a:prstGeom>
          <a:solidFill>
            <a:srgbClr val="FFFFFF">
              <a:alpha val="33490"/>
            </a:srgbClr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285" name="Google Shape;16285;p38"/>
          <p:cNvSpPr txBox="1"/>
          <p:nvPr>
            <p:ph type="title"/>
          </p:nvPr>
        </p:nvSpPr>
        <p:spPr>
          <a:xfrm>
            <a:off x="856325" y="91600"/>
            <a:ext cx="4226700" cy="4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Vision</a:t>
            </a:r>
            <a:endParaRPr/>
          </a:p>
        </p:txBody>
      </p:sp>
      <p:sp>
        <p:nvSpPr>
          <p:cNvPr id="16286" name="Google Shape;16286;p38"/>
          <p:cNvSpPr/>
          <p:nvPr/>
        </p:nvSpPr>
        <p:spPr>
          <a:xfrm flipH="1">
            <a:off x="1115759" y="4112876"/>
            <a:ext cx="871466" cy="871668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7" name="Google Shape;16287;p38"/>
          <p:cNvSpPr/>
          <p:nvPr/>
        </p:nvSpPr>
        <p:spPr>
          <a:xfrm flipH="1">
            <a:off x="-723992" y="3881698"/>
            <a:ext cx="2198700" cy="2198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88" name="Google Shape;16288;p38" title="21059294-01-03__50826-removebg-preview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48125" y="1820950"/>
            <a:ext cx="1410050" cy="141005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deas to Teach the Square | ABCJesusLovesMe" id="16289" name="Google Shape;16289;p38"/>
          <p:cNvPicPr preferRelativeResize="0"/>
          <p:nvPr/>
        </p:nvPicPr>
        <p:blipFill rotWithShape="1">
          <a:blip r:embed="rId4">
            <a:alphaModFix/>
          </a:blip>
          <a:srcRect b="4306" l="9635" r="10069" t="3689"/>
          <a:stretch/>
        </p:blipFill>
        <p:spPr>
          <a:xfrm>
            <a:off x="5713475" y="1868480"/>
            <a:ext cx="1410050" cy="1406531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Keyestudio DHT11 Temperature Humidity Moisture Sensor Detection module for arduino" id="16290" name="Google Shape;16290;p38"/>
          <p:cNvPicPr preferRelativeResize="0"/>
          <p:nvPr/>
        </p:nvPicPr>
        <p:blipFill rotWithShape="1">
          <a:blip r:embed="rId5">
            <a:alphaModFix/>
          </a:blip>
          <a:srcRect b="30888" l="20224" r="13096" t="29390"/>
          <a:stretch/>
        </p:blipFill>
        <p:spPr>
          <a:xfrm>
            <a:off x="3095475" y="1131975"/>
            <a:ext cx="1660300" cy="809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1" name="Google Shape;16291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984225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Red Siren Light (8578765) – Royalty-Free Vector | VectorStock" id="16292" name="Google Shape;16292;p38"/>
          <p:cNvPicPr preferRelativeResize="0"/>
          <p:nvPr/>
        </p:nvPicPr>
        <p:blipFill rotWithShape="1">
          <a:blip r:embed="rId7">
            <a:alphaModFix/>
          </a:blip>
          <a:srcRect b="11158" l="0" r="0" t="0"/>
          <a:stretch/>
        </p:blipFill>
        <p:spPr>
          <a:xfrm>
            <a:off x="5843225" y="1017725"/>
            <a:ext cx="1167751" cy="766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3" name="Google Shape;16293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907300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4" name="Google Shape;16294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984225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5" name="Google Shape;16295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907300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6" name="Google Shape;16296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158175" y="1857575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7" name="Google Shape;16297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81250" y="1857575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Thunder Bolt and Lightning Bolt Electricity Cartoon Cute 1 inch Enamel Pin" id="16298" name="Google Shape;16298;p38"/>
          <p:cNvPicPr preferRelativeResize="0"/>
          <p:nvPr/>
        </p:nvPicPr>
        <p:blipFill rotWithShape="1">
          <a:blip r:embed="rId8">
            <a:alphaModFix/>
          </a:blip>
          <a:srcRect b="5768" l="7822" r="10184" t="4811"/>
          <a:stretch/>
        </p:blipFill>
        <p:spPr>
          <a:xfrm rot="-5400000">
            <a:off x="5074675" y="1030484"/>
            <a:ext cx="449650" cy="898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 spd="med">
    <p:fade/>
  </p:transition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2000"/>
                                        <p:tgtEl>
                                          <p:spTgt spid="16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16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2000"/>
                                        <p:tgtEl>
                                          <p:spTgt spid="16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16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0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900" fill="hold"/>
                                        <p:tgtEl>
                                          <p:spTgt spid="16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900"/>
                            </p:stCondLst>
                            <p:childTnLst>
                              <p:par>
                                <p:cTn fill="hold" nodeType="after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9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300" fill="hold"/>
                                        <p:tgtEl>
                                          <p:spTgt spid="16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2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500"/>
                                        <p:tgtEl>
                                          <p:spTgt spid="16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42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5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62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7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8200"/>
                            </p:stCondLst>
                            <p:childTnLst>
                              <p:par>
                                <p:cTn fill="hold" nodeType="after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92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2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12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1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200"/>
                            </p:stCondLst>
                            <p:childTnLst>
                              <p:par>
                                <p:cTn fill="hold" nodeType="after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3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2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fill="hold" nodeType="with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16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1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43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53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1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6300"/>
                            </p:stCondLst>
                            <p:childTnLst>
                              <p:par>
                                <p:cTn fill="hold" nodeType="after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73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02" name="Shape 16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3" name="Google Shape;16303;p39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Components</a:t>
            </a:r>
            <a:endParaRPr/>
          </a:p>
        </p:txBody>
      </p:sp>
      <p:sp>
        <p:nvSpPr>
          <p:cNvPr id="16304" name="Google Shape;16304;p39"/>
          <p:cNvSpPr txBox="1"/>
          <p:nvPr>
            <p:ph idx="2" type="subTitle"/>
          </p:nvPr>
        </p:nvSpPr>
        <p:spPr>
          <a:xfrm>
            <a:off x="21850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Arduino</a:t>
            </a:r>
            <a:endParaRPr/>
          </a:p>
        </p:txBody>
      </p:sp>
      <p:sp>
        <p:nvSpPr>
          <p:cNvPr id="16305" name="Google Shape;16305;p39"/>
          <p:cNvSpPr txBox="1"/>
          <p:nvPr>
            <p:ph idx="3" type="subTitle"/>
          </p:nvPr>
        </p:nvSpPr>
        <p:spPr>
          <a:xfrm>
            <a:off x="6164105" y="26210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A button which manually toggles on the venting system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6" name="Google Shape;16306;p39"/>
          <p:cNvSpPr txBox="1"/>
          <p:nvPr>
            <p:ph idx="4" type="subTitle"/>
          </p:nvPr>
        </p:nvSpPr>
        <p:spPr>
          <a:xfrm>
            <a:off x="6164105" y="22662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Manual override</a:t>
            </a:r>
            <a:endParaRPr/>
          </a:p>
        </p:txBody>
      </p:sp>
      <p:sp>
        <p:nvSpPr>
          <p:cNvPr id="16307" name="Google Shape;16307;p39"/>
          <p:cNvSpPr/>
          <p:nvPr/>
        </p:nvSpPr>
        <p:spPr>
          <a:xfrm>
            <a:off x="7424674" y="4163015"/>
            <a:ext cx="881717" cy="881967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8" name="Google Shape;16308;p39"/>
          <p:cNvSpPr/>
          <p:nvPr/>
        </p:nvSpPr>
        <p:spPr>
          <a:xfrm>
            <a:off x="7951398" y="3767947"/>
            <a:ext cx="2033100" cy="2033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9" name="Google Shape;16309;p39"/>
          <p:cNvSpPr txBox="1"/>
          <p:nvPr>
            <p:ph idx="1" type="subTitle"/>
          </p:nvPr>
        </p:nvSpPr>
        <p:spPr>
          <a:xfrm>
            <a:off x="21850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small microcontroller which controls the entire venting system automatically.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10" name="Google Shape;16310;p39"/>
          <p:cNvGrpSpPr/>
          <p:nvPr/>
        </p:nvGrpSpPr>
        <p:grpSpPr>
          <a:xfrm>
            <a:off x="1314976" y="1817198"/>
            <a:ext cx="393648" cy="393648"/>
            <a:chOff x="238125" y="1238025"/>
            <a:chExt cx="438850" cy="438850"/>
          </a:xfrm>
        </p:grpSpPr>
        <p:sp>
          <p:nvSpPr>
            <p:cNvPr id="16311" name="Google Shape;16311;p39"/>
            <p:cNvSpPr/>
            <p:nvPr/>
          </p:nvSpPr>
          <p:spPr>
            <a:xfrm>
              <a:off x="238125" y="1238025"/>
              <a:ext cx="438850" cy="438850"/>
            </a:xfrm>
            <a:custGeom>
              <a:rect b="b" l="l" r="r" t="t"/>
              <a:pathLst>
                <a:path extrusionOk="0" h="17554" w="17554">
                  <a:moveTo>
                    <a:pt x="9887" y="517"/>
                  </a:moveTo>
                  <a:lnTo>
                    <a:pt x="10454" y="1933"/>
                  </a:lnTo>
                  <a:cubicBezTo>
                    <a:pt x="10490" y="2002"/>
                    <a:pt x="10550" y="2063"/>
                    <a:pt x="10630" y="2082"/>
                  </a:cubicBezTo>
                  <a:cubicBezTo>
                    <a:pt x="11171" y="2239"/>
                    <a:pt x="11704" y="2457"/>
                    <a:pt x="12204" y="2736"/>
                  </a:cubicBezTo>
                  <a:cubicBezTo>
                    <a:pt x="12242" y="2761"/>
                    <a:pt x="12284" y="2772"/>
                    <a:pt x="12327" y="2772"/>
                  </a:cubicBezTo>
                  <a:cubicBezTo>
                    <a:pt x="12361" y="2772"/>
                    <a:pt x="12396" y="2765"/>
                    <a:pt x="12430" y="2753"/>
                  </a:cubicBezTo>
                  <a:lnTo>
                    <a:pt x="13838" y="2151"/>
                  </a:lnTo>
                  <a:lnTo>
                    <a:pt x="15411" y="3716"/>
                  </a:lnTo>
                  <a:lnTo>
                    <a:pt x="14807" y="5124"/>
                  </a:lnTo>
                  <a:cubicBezTo>
                    <a:pt x="14773" y="5201"/>
                    <a:pt x="14773" y="5281"/>
                    <a:pt x="14818" y="5350"/>
                  </a:cubicBezTo>
                  <a:cubicBezTo>
                    <a:pt x="15097" y="5847"/>
                    <a:pt x="15315" y="6382"/>
                    <a:pt x="15472" y="6924"/>
                  </a:cubicBezTo>
                  <a:cubicBezTo>
                    <a:pt x="15489" y="7001"/>
                    <a:pt x="15552" y="7064"/>
                    <a:pt x="15621" y="7098"/>
                  </a:cubicBezTo>
                  <a:lnTo>
                    <a:pt x="17037" y="7666"/>
                  </a:lnTo>
                  <a:lnTo>
                    <a:pt x="17037" y="9886"/>
                  </a:lnTo>
                  <a:lnTo>
                    <a:pt x="15621" y="10454"/>
                  </a:lnTo>
                  <a:cubicBezTo>
                    <a:pt x="15552" y="10482"/>
                    <a:pt x="15489" y="10551"/>
                    <a:pt x="15472" y="10620"/>
                  </a:cubicBezTo>
                  <a:cubicBezTo>
                    <a:pt x="15315" y="11172"/>
                    <a:pt x="15097" y="11705"/>
                    <a:pt x="14818" y="12194"/>
                  </a:cubicBezTo>
                  <a:cubicBezTo>
                    <a:pt x="14782" y="12265"/>
                    <a:pt x="14773" y="12351"/>
                    <a:pt x="14807" y="12431"/>
                  </a:cubicBezTo>
                  <a:lnTo>
                    <a:pt x="15411" y="13830"/>
                  </a:lnTo>
                  <a:lnTo>
                    <a:pt x="13838" y="15403"/>
                  </a:lnTo>
                  <a:lnTo>
                    <a:pt x="12430" y="14799"/>
                  </a:lnTo>
                  <a:cubicBezTo>
                    <a:pt x="12396" y="14788"/>
                    <a:pt x="12362" y="14782"/>
                    <a:pt x="12328" y="14782"/>
                  </a:cubicBezTo>
                  <a:cubicBezTo>
                    <a:pt x="12285" y="14782"/>
                    <a:pt x="12243" y="14792"/>
                    <a:pt x="12204" y="14816"/>
                  </a:cubicBezTo>
                  <a:cubicBezTo>
                    <a:pt x="11704" y="15097"/>
                    <a:pt x="11171" y="15315"/>
                    <a:pt x="10630" y="15473"/>
                  </a:cubicBezTo>
                  <a:cubicBezTo>
                    <a:pt x="10550" y="15489"/>
                    <a:pt x="10490" y="15542"/>
                    <a:pt x="10454" y="15622"/>
                  </a:cubicBezTo>
                  <a:lnTo>
                    <a:pt x="9887" y="17038"/>
                  </a:lnTo>
                  <a:lnTo>
                    <a:pt x="7666" y="17038"/>
                  </a:lnTo>
                  <a:lnTo>
                    <a:pt x="7097" y="15622"/>
                  </a:lnTo>
                  <a:cubicBezTo>
                    <a:pt x="7072" y="15542"/>
                    <a:pt x="7003" y="15489"/>
                    <a:pt x="6931" y="15473"/>
                  </a:cubicBezTo>
                  <a:cubicBezTo>
                    <a:pt x="6382" y="15315"/>
                    <a:pt x="5849" y="15097"/>
                    <a:pt x="5358" y="14816"/>
                  </a:cubicBezTo>
                  <a:cubicBezTo>
                    <a:pt x="5319" y="14792"/>
                    <a:pt x="5274" y="14782"/>
                    <a:pt x="5228" y="14782"/>
                  </a:cubicBezTo>
                  <a:cubicBezTo>
                    <a:pt x="5193" y="14782"/>
                    <a:pt x="5157" y="14788"/>
                    <a:pt x="5123" y="14799"/>
                  </a:cubicBezTo>
                  <a:lnTo>
                    <a:pt x="3724" y="15403"/>
                  </a:lnTo>
                  <a:lnTo>
                    <a:pt x="2150" y="13830"/>
                  </a:lnTo>
                  <a:lnTo>
                    <a:pt x="2755" y="12431"/>
                  </a:lnTo>
                  <a:cubicBezTo>
                    <a:pt x="2780" y="12351"/>
                    <a:pt x="2780" y="12265"/>
                    <a:pt x="2736" y="12194"/>
                  </a:cubicBezTo>
                  <a:cubicBezTo>
                    <a:pt x="2457" y="11705"/>
                    <a:pt x="2238" y="11172"/>
                    <a:pt x="2081" y="10620"/>
                  </a:cubicBezTo>
                  <a:cubicBezTo>
                    <a:pt x="2062" y="10551"/>
                    <a:pt x="2010" y="10482"/>
                    <a:pt x="1932" y="10454"/>
                  </a:cubicBezTo>
                  <a:lnTo>
                    <a:pt x="516" y="9886"/>
                  </a:lnTo>
                  <a:lnTo>
                    <a:pt x="516" y="7666"/>
                  </a:lnTo>
                  <a:lnTo>
                    <a:pt x="1932" y="7098"/>
                  </a:lnTo>
                  <a:cubicBezTo>
                    <a:pt x="2010" y="7064"/>
                    <a:pt x="2062" y="7001"/>
                    <a:pt x="2090" y="6924"/>
                  </a:cubicBezTo>
                  <a:cubicBezTo>
                    <a:pt x="2238" y="6382"/>
                    <a:pt x="2457" y="5847"/>
                    <a:pt x="2736" y="5350"/>
                  </a:cubicBezTo>
                  <a:cubicBezTo>
                    <a:pt x="2780" y="5281"/>
                    <a:pt x="2780" y="5201"/>
                    <a:pt x="2755" y="5124"/>
                  </a:cubicBezTo>
                  <a:lnTo>
                    <a:pt x="2150" y="3716"/>
                  </a:lnTo>
                  <a:lnTo>
                    <a:pt x="3724" y="2151"/>
                  </a:lnTo>
                  <a:lnTo>
                    <a:pt x="5131" y="2753"/>
                  </a:lnTo>
                  <a:cubicBezTo>
                    <a:pt x="5162" y="2765"/>
                    <a:pt x="5196" y="2772"/>
                    <a:pt x="5231" y="2772"/>
                  </a:cubicBezTo>
                  <a:cubicBezTo>
                    <a:pt x="5275" y="2772"/>
                    <a:pt x="5319" y="2761"/>
                    <a:pt x="5358" y="2736"/>
                  </a:cubicBezTo>
                  <a:cubicBezTo>
                    <a:pt x="5849" y="2457"/>
                    <a:pt x="6382" y="2239"/>
                    <a:pt x="6931" y="2082"/>
                  </a:cubicBezTo>
                  <a:cubicBezTo>
                    <a:pt x="7003" y="2063"/>
                    <a:pt x="7072" y="2002"/>
                    <a:pt x="7097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0" y="61"/>
                    <a:pt x="7255" y="158"/>
                  </a:cubicBezTo>
                  <a:lnTo>
                    <a:pt x="6669" y="1626"/>
                  </a:lnTo>
                  <a:cubicBezTo>
                    <a:pt x="6164" y="1775"/>
                    <a:pt x="5673" y="1977"/>
                    <a:pt x="5209" y="2229"/>
                  </a:cubicBezTo>
                  <a:lnTo>
                    <a:pt x="3768" y="1610"/>
                  </a:lnTo>
                  <a:cubicBezTo>
                    <a:pt x="3730" y="1594"/>
                    <a:pt x="3692" y="1586"/>
                    <a:pt x="3656" y="1586"/>
                  </a:cubicBezTo>
                  <a:cubicBezTo>
                    <a:pt x="3591" y="1586"/>
                    <a:pt x="3529" y="1611"/>
                    <a:pt x="3478" y="1662"/>
                  </a:cubicBezTo>
                  <a:lnTo>
                    <a:pt x="1662" y="3479"/>
                  </a:lnTo>
                  <a:cubicBezTo>
                    <a:pt x="1590" y="3550"/>
                    <a:pt x="1565" y="3664"/>
                    <a:pt x="1609" y="3760"/>
                  </a:cubicBezTo>
                  <a:lnTo>
                    <a:pt x="2230" y="5210"/>
                  </a:lnTo>
                  <a:cubicBezTo>
                    <a:pt x="1976" y="5673"/>
                    <a:pt x="1775" y="6162"/>
                    <a:pt x="1626" y="6670"/>
                  </a:cubicBezTo>
                  <a:lnTo>
                    <a:pt x="157" y="7255"/>
                  </a:lnTo>
                  <a:cubicBezTo>
                    <a:pt x="61" y="7291"/>
                    <a:pt x="0" y="7387"/>
                    <a:pt x="0" y="7492"/>
                  </a:cubicBezTo>
                  <a:lnTo>
                    <a:pt x="0" y="10062"/>
                  </a:lnTo>
                  <a:cubicBezTo>
                    <a:pt x="0" y="10167"/>
                    <a:pt x="61" y="10264"/>
                    <a:pt x="157" y="10297"/>
                  </a:cubicBezTo>
                  <a:lnTo>
                    <a:pt x="1626" y="10882"/>
                  </a:lnTo>
                  <a:cubicBezTo>
                    <a:pt x="1775" y="11390"/>
                    <a:pt x="1976" y="11879"/>
                    <a:pt x="2230" y="12343"/>
                  </a:cubicBezTo>
                  <a:lnTo>
                    <a:pt x="1609" y="13794"/>
                  </a:lnTo>
                  <a:cubicBezTo>
                    <a:pt x="1565" y="13891"/>
                    <a:pt x="1590" y="13996"/>
                    <a:pt x="1662" y="14073"/>
                  </a:cubicBezTo>
                  <a:lnTo>
                    <a:pt x="3478" y="15892"/>
                  </a:lnTo>
                  <a:cubicBezTo>
                    <a:pt x="3532" y="15938"/>
                    <a:pt x="3596" y="15966"/>
                    <a:pt x="3664" y="15966"/>
                  </a:cubicBezTo>
                  <a:cubicBezTo>
                    <a:pt x="3698" y="15966"/>
                    <a:pt x="3733" y="15959"/>
                    <a:pt x="3768" y="15945"/>
                  </a:cubicBezTo>
                  <a:lnTo>
                    <a:pt x="5209" y="15324"/>
                  </a:lnTo>
                  <a:cubicBezTo>
                    <a:pt x="5673" y="15578"/>
                    <a:pt x="6164" y="15779"/>
                    <a:pt x="6669" y="15928"/>
                  </a:cubicBezTo>
                  <a:lnTo>
                    <a:pt x="7255" y="17396"/>
                  </a:lnTo>
                  <a:cubicBezTo>
                    <a:pt x="7290" y="17491"/>
                    <a:pt x="7387" y="17554"/>
                    <a:pt x="7492" y="17554"/>
                  </a:cubicBezTo>
                  <a:lnTo>
                    <a:pt x="10062" y="17554"/>
                  </a:lnTo>
                  <a:cubicBezTo>
                    <a:pt x="10166" y="17554"/>
                    <a:pt x="10263" y="17491"/>
                    <a:pt x="10307" y="17396"/>
                  </a:cubicBezTo>
                  <a:lnTo>
                    <a:pt x="10884" y="15928"/>
                  </a:lnTo>
                  <a:cubicBezTo>
                    <a:pt x="11390" y="15779"/>
                    <a:pt x="11880" y="15578"/>
                    <a:pt x="12342" y="15324"/>
                  </a:cubicBezTo>
                  <a:lnTo>
                    <a:pt x="13794" y="15945"/>
                  </a:lnTo>
                  <a:cubicBezTo>
                    <a:pt x="13826" y="15959"/>
                    <a:pt x="13860" y="15966"/>
                    <a:pt x="13893" y="15966"/>
                  </a:cubicBezTo>
                  <a:cubicBezTo>
                    <a:pt x="13961" y="15966"/>
                    <a:pt x="14026" y="15938"/>
                    <a:pt x="14073" y="15892"/>
                  </a:cubicBezTo>
                  <a:lnTo>
                    <a:pt x="15892" y="14073"/>
                  </a:lnTo>
                  <a:cubicBezTo>
                    <a:pt x="15971" y="13996"/>
                    <a:pt x="15988" y="13891"/>
                    <a:pt x="15944" y="13794"/>
                  </a:cubicBezTo>
                  <a:lnTo>
                    <a:pt x="15323" y="12343"/>
                  </a:lnTo>
                  <a:cubicBezTo>
                    <a:pt x="15577" y="11879"/>
                    <a:pt x="15778" y="11390"/>
                    <a:pt x="15927" y="10882"/>
                  </a:cubicBezTo>
                  <a:lnTo>
                    <a:pt x="17396" y="10297"/>
                  </a:lnTo>
                  <a:cubicBezTo>
                    <a:pt x="17492" y="10264"/>
                    <a:pt x="17553" y="10167"/>
                    <a:pt x="17553" y="10062"/>
                  </a:cubicBezTo>
                  <a:lnTo>
                    <a:pt x="17553" y="7492"/>
                  </a:lnTo>
                  <a:cubicBezTo>
                    <a:pt x="17553" y="7387"/>
                    <a:pt x="17492" y="7291"/>
                    <a:pt x="17396" y="7255"/>
                  </a:cubicBezTo>
                  <a:lnTo>
                    <a:pt x="15927" y="6670"/>
                  </a:lnTo>
                  <a:cubicBezTo>
                    <a:pt x="15778" y="6162"/>
                    <a:pt x="15577" y="5673"/>
                    <a:pt x="15323" y="5210"/>
                  </a:cubicBezTo>
                  <a:lnTo>
                    <a:pt x="15944" y="3760"/>
                  </a:lnTo>
                  <a:cubicBezTo>
                    <a:pt x="15988" y="3664"/>
                    <a:pt x="15971" y="3550"/>
                    <a:pt x="15892" y="3479"/>
                  </a:cubicBezTo>
                  <a:lnTo>
                    <a:pt x="14073" y="1662"/>
                  </a:lnTo>
                  <a:cubicBezTo>
                    <a:pt x="14028" y="1611"/>
                    <a:pt x="13966" y="1586"/>
                    <a:pt x="13902" y="1586"/>
                  </a:cubicBezTo>
                  <a:cubicBezTo>
                    <a:pt x="13865" y="1586"/>
                    <a:pt x="13828" y="1594"/>
                    <a:pt x="13794" y="1610"/>
                  </a:cubicBezTo>
                  <a:lnTo>
                    <a:pt x="12342" y="2229"/>
                  </a:lnTo>
                  <a:cubicBezTo>
                    <a:pt x="11880" y="1977"/>
                    <a:pt x="11390" y="1775"/>
                    <a:pt x="10884" y="1626"/>
                  </a:cubicBezTo>
                  <a:lnTo>
                    <a:pt x="10307" y="158"/>
                  </a:lnTo>
                  <a:cubicBezTo>
                    <a:pt x="10263" y="61"/>
                    <a:pt x="10166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39"/>
            <p:cNvSpPr/>
            <p:nvPr/>
          </p:nvSpPr>
          <p:spPr>
            <a:xfrm>
              <a:off x="316375" y="1316275"/>
              <a:ext cx="283025" cy="282775"/>
            </a:xfrm>
            <a:custGeom>
              <a:rect b="b" l="l" r="r" t="t"/>
              <a:pathLst>
                <a:path extrusionOk="0" h="11311" w="11321">
                  <a:moveTo>
                    <a:pt x="5656" y="515"/>
                  </a:moveTo>
                  <a:cubicBezTo>
                    <a:pt x="8497" y="515"/>
                    <a:pt x="10804" y="2822"/>
                    <a:pt x="10804" y="5655"/>
                  </a:cubicBezTo>
                  <a:cubicBezTo>
                    <a:pt x="10804" y="8487"/>
                    <a:pt x="8497" y="10794"/>
                    <a:pt x="5656" y="10794"/>
                  </a:cubicBezTo>
                  <a:cubicBezTo>
                    <a:pt x="2824" y="10794"/>
                    <a:pt x="516" y="8487"/>
                    <a:pt x="516" y="5655"/>
                  </a:cubicBezTo>
                  <a:cubicBezTo>
                    <a:pt x="516" y="2822"/>
                    <a:pt x="2824" y="515"/>
                    <a:pt x="5656" y="515"/>
                  </a:cubicBezTo>
                  <a:close/>
                  <a:moveTo>
                    <a:pt x="5656" y="1"/>
                  </a:moveTo>
                  <a:cubicBezTo>
                    <a:pt x="2534" y="1"/>
                    <a:pt x="0" y="2535"/>
                    <a:pt x="0" y="5655"/>
                  </a:cubicBezTo>
                  <a:cubicBezTo>
                    <a:pt x="0" y="8776"/>
                    <a:pt x="2534" y="11310"/>
                    <a:pt x="5656" y="11310"/>
                  </a:cubicBezTo>
                  <a:cubicBezTo>
                    <a:pt x="8776" y="11310"/>
                    <a:pt x="11320" y="8776"/>
                    <a:pt x="11320" y="5655"/>
                  </a:cubicBezTo>
                  <a:cubicBezTo>
                    <a:pt x="11320" y="2535"/>
                    <a:pt x="8776" y="1"/>
                    <a:pt x="5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39"/>
            <p:cNvSpPr/>
            <p:nvPr/>
          </p:nvSpPr>
          <p:spPr>
            <a:xfrm>
              <a:off x="342125" y="1342025"/>
              <a:ext cx="231475" cy="231475"/>
            </a:xfrm>
            <a:custGeom>
              <a:rect b="b" l="l" r="r" t="t"/>
              <a:pathLst>
                <a:path extrusionOk="0" h="9259" w="9259">
                  <a:moveTo>
                    <a:pt x="4626" y="1"/>
                  </a:moveTo>
                  <a:cubicBezTo>
                    <a:pt x="3577" y="1"/>
                    <a:pt x="2589" y="343"/>
                    <a:pt x="1767" y="989"/>
                  </a:cubicBezTo>
                  <a:cubicBezTo>
                    <a:pt x="1653" y="1077"/>
                    <a:pt x="1637" y="1243"/>
                    <a:pt x="1723" y="1348"/>
                  </a:cubicBezTo>
                  <a:cubicBezTo>
                    <a:pt x="1773" y="1413"/>
                    <a:pt x="1847" y="1446"/>
                    <a:pt x="1922" y="1446"/>
                  </a:cubicBezTo>
                  <a:cubicBezTo>
                    <a:pt x="1977" y="1446"/>
                    <a:pt x="2033" y="1428"/>
                    <a:pt x="2081" y="1392"/>
                  </a:cubicBezTo>
                  <a:cubicBezTo>
                    <a:pt x="2816" y="815"/>
                    <a:pt x="3690" y="508"/>
                    <a:pt x="4626" y="508"/>
                  </a:cubicBezTo>
                  <a:cubicBezTo>
                    <a:pt x="6898" y="508"/>
                    <a:pt x="8742" y="2352"/>
                    <a:pt x="8742" y="4625"/>
                  </a:cubicBezTo>
                  <a:cubicBezTo>
                    <a:pt x="8742" y="6899"/>
                    <a:pt x="6898" y="8743"/>
                    <a:pt x="4626" y="8743"/>
                  </a:cubicBezTo>
                  <a:cubicBezTo>
                    <a:pt x="2360" y="8743"/>
                    <a:pt x="516" y="6899"/>
                    <a:pt x="516" y="4625"/>
                  </a:cubicBezTo>
                  <a:cubicBezTo>
                    <a:pt x="516" y="3691"/>
                    <a:pt x="823" y="2808"/>
                    <a:pt x="1399" y="2082"/>
                  </a:cubicBezTo>
                  <a:cubicBezTo>
                    <a:pt x="1488" y="1969"/>
                    <a:pt x="1469" y="1803"/>
                    <a:pt x="1355" y="1715"/>
                  </a:cubicBezTo>
                  <a:cubicBezTo>
                    <a:pt x="1308" y="1678"/>
                    <a:pt x="1250" y="1659"/>
                    <a:pt x="1194" y="1659"/>
                  </a:cubicBezTo>
                  <a:cubicBezTo>
                    <a:pt x="1116" y="1659"/>
                    <a:pt x="1039" y="1693"/>
                    <a:pt x="988" y="1759"/>
                  </a:cubicBezTo>
                  <a:cubicBezTo>
                    <a:pt x="342" y="2579"/>
                    <a:pt x="0" y="3576"/>
                    <a:pt x="0" y="4625"/>
                  </a:cubicBezTo>
                  <a:cubicBezTo>
                    <a:pt x="0" y="7178"/>
                    <a:pt x="2073" y="9259"/>
                    <a:pt x="4626" y="9259"/>
                  </a:cubicBezTo>
                  <a:cubicBezTo>
                    <a:pt x="7177" y="9259"/>
                    <a:pt x="9258" y="7178"/>
                    <a:pt x="9258" y="4625"/>
                  </a:cubicBezTo>
                  <a:cubicBezTo>
                    <a:pt x="9258" y="2073"/>
                    <a:pt x="7177" y="1"/>
                    <a:pt x="46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39"/>
            <p:cNvSpPr/>
            <p:nvPr/>
          </p:nvSpPr>
          <p:spPr>
            <a:xfrm>
              <a:off x="378625" y="1367675"/>
              <a:ext cx="157825" cy="180025"/>
            </a:xfrm>
            <a:custGeom>
              <a:rect b="b" l="l" r="r" t="t"/>
              <a:pathLst>
                <a:path extrusionOk="0" h="7201" w="6313">
                  <a:moveTo>
                    <a:pt x="3166" y="557"/>
                  </a:moveTo>
                  <a:lnTo>
                    <a:pt x="5551" y="1931"/>
                  </a:lnTo>
                  <a:lnTo>
                    <a:pt x="3166" y="3303"/>
                  </a:lnTo>
                  <a:lnTo>
                    <a:pt x="787" y="1931"/>
                  </a:lnTo>
                  <a:lnTo>
                    <a:pt x="3166" y="557"/>
                  </a:lnTo>
                  <a:close/>
                  <a:moveTo>
                    <a:pt x="552" y="2384"/>
                  </a:moveTo>
                  <a:lnTo>
                    <a:pt x="2921" y="3756"/>
                  </a:lnTo>
                  <a:lnTo>
                    <a:pt x="2921" y="6483"/>
                  </a:lnTo>
                  <a:lnTo>
                    <a:pt x="552" y="5119"/>
                  </a:lnTo>
                  <a:lnTo>
                    <a:pt x="552" y="2384"/>
                  </a:lnTo>
                  <a:close/>
                  <a:moveTo>
                    <a:pt x="5797" y="2384"/>
                  </a:moveTo>
                  <a:lnTo>
                    <a:pt x="5797" y="5119"/>
                  </a:lnTo>
                  <a:lnTo>
                    <a:pt x="3437" y="6483"/>
                  </a:lnTo>
                  <a:lnTo>
                    <a:pt x="3437" y="3756"/>
                  </a:lnTo>
                  <a:lnTo>
                    <a:pt x="5797" y="2384"/>
                  </a:lnTo>
                  <a:close/>
                  <a:moveTo>
                    <a:pt x="3160" y="1"/>
                  </a:moveTo>
                  <a:cubicBezTo>
                    <a:pt x="3115" y="1"/>
                    <a:pt x="3070" y="11"/>
                    <a:pt x="3025" y="32"/>
                  </a:cubicBezTo>
                  <a:lnTo>
                    <a:pt x="132" y="1702"/>
                  </a:lnTo>
                  <a:cubicBezTo>
                    <a:pt x="53" y="1746"/>
                    <a:pt x="0" y="1834"/>
                    <a:pt x="0" y="1931"/>
                  </a:cubicBezTo>
                  <a:lnTo>
                    <a:pt x="0" y="5268"/>
                  </a:lnTo>
                  <a:cubicBezTo>
                    <a:pt x="0" y="5365"/>
                    <a:pt x="53" y="5453"/>
                    <a:pt x="132" y="5497"/>
                  </a:cubicBezTo>
                  <a:lnTo>
                    <a:pt x="3025" y="7165"/>
                  </a:lnTo>
                  <a:cubicBezTo>
                    <a:pt x="3070" y="7192"/>
                    <a:pt x="3114" y="7201"/>
                    <a:pt x="3156" y="7201"/>
                  </a:cubicBezTo>
                  <a:cubicBezTo>
                    <a:pt x="3200" y="7201"/>
                    <a:pt x="3244" y="7192"/>
                    <a:pt x="3288" y="7165"/>
                  </a:cubicBezTo>
                  <a:lnTo>
                    <a:pt x="6181" y="5497"/>
                  </a:lnTo>
                  <a:cubicBezTo>
                    <a:pt x="6260" y="5453"/>
                    <a:pt x="6313" y="5365"/>
                    <a:pt x="6313" y="5268"/>
                  </a:cubicBezTo>
                  <a:lnTo>
                    <a:pt x="6313" y="1931"/>
                  </a:lnTo>
                  <a:cubicBezTo>
                    <a:pt x="6313" y="1834"/>
                    <a:pt x="6260" y="1746"/>
                    <a:pt x="6181" y="1702"/>
                  </a:cubicBezTo>
                  <a:lnTo>
                    <a:pt x="3288" y="32"/>
                  </a:lnTo>
                  <a:cubicBezTo>
                    <a:pt x="3248" y="11"/>
                    <a:pt x="3204" y="1"/>
                    <a:pt x="3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5" name="Google Shape;16315;p39"/>
          <p:cNvGrpSpPr/>
          <p:nvPr/>
        </p:nvGrpSpPr>
        <p:grpSpPr>
          <a:xfrm>
            <a:off x="7457231" y="1817193"/>
            <a:ext cx="393648" cy="393850"/>
            <a:chOff x="5455350" y="3310325"/>
            <a:chExt cx="438850" cy="439075"/>
          </a:xfrm>
        </p:grpSpPr>
        <p:sp>
          <p:nvSpPr>
            <p:cNvPr id="16316" name="Google Shape;16316;p39"/>
            <p:cNvSpPr/>
            <p:nvPr/>
          </p:nvSpPr>
          <p:spPr>
            <a:xfrm>
              <a:off x="5455350" y="3310325"/>
              <a:ext cx="438850" cy="439075"/>
            </a:xfrm>
            <a:custGeom>
              <a:rect b="b" l="l" r="r" t="t"/>
              <a:pathLst>
                <a:path extrusionOk="0" h="17563" w="17554">
                  <a:moveTo>
                    <a:pt x="9888" y="517"/>
                  </a:moveTo>
                  <a:lnTo>
                    <a:pt x="10454" y="1933"/>
                  </a:lnTo>
                  <a:cubicBezTo>
                    <a:pt x="10482" y="2013"/>
                    <a:pt x="10551" y="2065"/>
                    <a:pt x="10622" y="2090"/>
                  </a:cubicBezTo>
                  <a:cubicBezTo>
                    <a:pt x="11172" y="2239"/>
                    <a:pt x="11705" y="2457"/>
                    <a:pt x="12196" y="2747"/>
                  </a:cubicBezTo>
                  <a:cubicBezTo>
                    <a:pt x="12235" y="2766"/>
                    <a:pt x="12280" y="2778"/>
                    <a:pt x="12325" y="2778"/>
                  </a:cubicBezTo>
                  <a:cubicBezTo>
                    <a:pt x="12359" y="2778"/>
                    <a:pt x="12392" y="2771"/>
                    <a:pt x="12422" y="2755"/>
                  </a:cubicBezTo>
                  <a:lnTo>
                    <a:pt x="13830" y="2151"/>
                  </a:lnTo>
                  <a:lnTo>
                    <a:pt x="15403" y="3725"/>
                  </a:lnTo>
                  <a:lnTo>
                    <a:pt x="14799" y="5132"/>
                  </a:lnTo>
                  <a:cubicBezTo>
                    <a:pt x="14774" y="5204"/>
                    <a:pt x="14774" y="5290"/>
                    <a:pt x="14818" y="5361"/>
                  </a:cubicBezTo>
                  <a:cubicBezTo>
                    <a:pt x="15097" y="5858"/>
                    <a:pt x="15315" y="6383"/>
                    <a:pt x="15464" y="6934"/>
                  </a:cubicBezTo>
                  <a:cubicBezTo>
                    <a:pt x="15489" y="7012"/>
                    <a:pt x="15542" y="7073"/>
                    <a:pt x="15622" y="7100"/>
                  </a:cubicBezTo>
                  <a:lnTo>
                    <a:pt x="17038" y="7669"/>
                  </a:lnTo>
                  <a:lnTo>
                    <a:pt x="17038" y="9897"/>
                  </a:lnTo>
                  <a:lnTo>
                    <a:pt x="15622" y="10465"/>
                  </a:lnTo>
                  <a:cubicBezTo>
                    <a:pt x="15542" y="10490"/>
                    <a:pt x="15489" y="10553"/>
                    <a:pt x="15464" y="10631"/>
                  </a:cubicBezTo>
                  <a:cubicBezTo>
                    <a:pt x="15315" y="11183"/>
                    <a:pt x="15097" y="11707"/>
                    <a:pt x="14818" y="12204"/>
                  </a:cubicBezTo>
                  <a:cubicBezTo>
                    <a:pt x="14774" y="12274"/>
                    <a:pt x="14774" y="12362"/>
                    <a:pt x="14799" y="12431"/>
                  </a:cubicBezTo>
                  <a:lnTo>
                    <a:pt x="15403" y="13839"/>
                  </a:lnTo>
                  <a:lnTo>
                    <a:pt x="13830" y="15412"/>
                  </a:lnTo>
                  <a:lnTo>
                    <a:pt x="12422" y="14810"/>
                  </a:lnTo>
                  <a:cubicBezTo>
                    <a:pt x="12392" y="14794"/>
                    <a:pt x="12357" y="14787"/>
                    <a:pt x="12323" y="14787"/>
                  </a:cubicBezTo>
                  <a:cubicBezTo>
                    <a:pt x="12279" y="14787"/>
                    <a:pt x="12234" y="14798"/>
                    <a:pt x="12196" y="14818"/>
                  </a:cubicBezTo>
                  <a:cubicBezTo>
                    <a:pt x="11705" y="15106"/>
                    <a:pt x="11172" y="15326"/>
                    <a:pt x="10622" y="15473"/>
                  </a:cubicBezTo>
                  <a:cubicBezTo>
                    <a:pt x="10551" y="15500"/>
                    <a:pt x="10482" y="15553"/>
                    <a:pt x="10454" y="15630"/>
                  </a:cubicBezTo>
                  <a:lnTo>
                    <a:pt x="9888" y="17046"/>
                  </a:lnTo>
                  <a:lnTo>
                    <a:pt x="7666" y="17046"/>
                  </a:lnTo>
                  <a:lnTo>
                    <a:pt x="7098" y="15630"/>
                  </a:lnTo>
                  <a:cubicBezTo>
                    <a:pt x="7064" y="15553"/>
                    <a:pt x="7003" y="15500"/>
                    <a:pt x="6924" y="15473"/>
                  </a:cubicBezTo>
                  <a:cubicBezTo>
                    <a:pt x="6382" y="15326"/>
                    <a:pt x="5850" y="15106"/>
                    <a:pt x="5350" y="14818"/>
                  </a:cubicBezTo>
                  <a:cubicBezTo>
                    <a:pt x="5312" y="14798"/>
                    <a:pt x="5270" y="14787"/>
                    <a:pt x="5227" y="14787"/>
                  </a:cubicBezTo>
                  <a:cubicBezTo>
                    <a:pt x="5193" y="14787"/>
                    <a:pt x="5158" y="14794"/>
                    <a:pt x="5124" y="14810"/>
                  </a:cubicBezTo>
                  <a:lnTo>
                    <a:pt x="3716" y="15412"/>
                  </a:lnTo>
                  <a:lnTo>
                    <a:pt x="2143" y="13839"/>
                  </a:lnTo>
                  <a:lnTo>
                    <a:pt x="2745" y="12431"/>
                  </a:lnTo>
                  <a:cubicBezTo>
                    <a:pt x="2780" y="12362"/>
                    <a:pt x="2780" y="12274"/>
                    <a:pt x="2736" y="12204"/>
                  </a:cubicBezTo>
                  <a:cubicBezTo>
                    <a:pt x="2457" y="11707"/>
                    <a:pt x="2239" y="11183"/>
                    <a:pt x="2082" y="10631"/>
                  </a:cubicBezTo>
                  <a:cubicBezTo>
                    <a:pt x="2063" y="10553"/>
                    <a:pt x="2002" y="10490"/>
                    <a:pt x="1933" y="10465"/>
                  </a:cubicBezTo>
                  <a:lnTo>
                    <a:pt x="517" y="9897"/>
                  </a:lnTo>
                  <a:lnTo>
                    <a:pt x="517" y="7669"/>
                  </a:lnTo>
                  <a:lnTo>
                    <a:pt x="1933" y="7100"/>
                  </a:lnTo>
                  <a:cubicBezTo>
                    <a:pt x="2002" y="7073"/>
                    <a:pt x="2063" y="7012"/>
                    <a:pt x="2082" y="6934"/>
                  </a:cubicBezTo>
                  <a:cubicBezTo>
                    <a:pt x="2239" y="6383"/>
                    <a:pt x="2457" y="5858"/>
                    <a:pt x="2736" y="5361"/>
                  </a:cubicBezTo>
                  <a:cubicBezTo>
                    <a:pt x="2780" y="5290"/>
                    <a:pt x="2780" y="5204"/>
                    <a:pt x="2745" y="5132"/>
                  </a:cubicBezTo>
                  <a:lnTo>
                    <a:pt x="2143" y="3725"/>
                  </a:lnTo>
                  <a:lnTo>
                    <a:pt x="3716" y="2151"/>
                  </a:lnTo>
                  <a:lnTo>
                    <a:pt x="5124" y="2755"/>
                  </a:lnTo>
                  <a:cubicBezTo>
                    <a:pt x="5157" y="2771"/>
                    <a:pt x="5191" y="2778"/>
                    <a:pt x="5225" y="2778"/>
                  </a:cubicBezTo>
                  <a:cubicBezTo>
                    <a:pt x="5268" y="2778"/>
                    <a:pt x="5311" y="2766"/>
                    <a:pt x="5350" y="2747"/>
                  </a:cubicBezTo>
                  <a:cubicBezTo>
                    <a:pt x="5850" y="2457"/>
                    <a:pt x="6382" y="2239"/>
                    <a:pt x="6924" y="2090"/>
                  </a:cubicBezTo>
                  <a:cubicBezTo>
                    <a:pt x="7003" y="2065"/>
                    <a:pt x="7064" y="2013"/>
                    <a:pt x="7098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1" y="72"/>
                    <a:pt x="7247" y="169"/>
                  </a:cubicBezTo>
                  <a:lnTo>
                    <a:pt x="6670" y="1627"/>
                  </a:lnTo>
                  <a:cubicBezTo>
                    <a:pt x="6164" y="1776"/>
                    <a:pt x="5673" y="1977"/>
                    <a:pt x="5210" y="2231"/>
                  </a:cubicBezTo>
                  <a:lnTo>
                    <a:pt x="3760" y="1610"/>
                  </a:lnTo>
                  <a:cubicBezTo>
                    <a:pt x="3729" y="1598"/>
                    <a:pt x="3696" y="1593"/>
                    <a:pt x="3663" y="1593"/>
                  </a:cubicBezTo>
                  <a:cubicBezTo>
                    <a:pt x="3595" y="1593"/>
                    <a:pt x="3527" y="1618"/>
                    <a:pt x="3479" y="1671"/>
                  </a:cubicBezTo>
                  <a:lnTo>
                    <a:pt x="1662" y="3490"/>
                  </a:lnTo>
                  <a:cubicBezTo>
                    <a:pt x="1582" y="3559"/>
                    <a:pt x="1566" y="3672"/>
                    <a:pt x="1610" y="3769"/>
                  </a:cubicBezTo>
                  <a:lnTo>
                    <a:pt x="2231" y="5220"/>
                  </a:lnTo>
                  <a:cubicBezTo>
                    <a:pt x="1977" y="5684"/>
                    <a:pt x="1775" y="6173"/>
                    <a:pt x="1626" y="6672"/>
                  </a:cubicBezTo>
                  <a:lnTo>
                    <a:pt x="158" y="7257"/>
                  </a:lnTo>
                  <a:cubicBezTo>
                    <a:pt x="61" y="7302"/>
                    <a:pt x="1" y="7388"/>
                    <a:pt x="1" y="7492"/>
                  </a:cubicBezTo>
                  <a:lnTo>
                    <a:pt x="1" y="10071"/>
                  </a:lnTo>
                  <a:cubicBezTo>
                    <a:pt x="1" y="10176"/>
                    <a:pt x="61" y="10264"/>
                    <a:pt x="158" y="10308"/>
                  </a:cubicBezTo>
                  <a:lnTo>
                    <a:pt x="1626" y="10893"/>
                  </a:lnTo>
                  <a:cubicBezTo>
                    <a:pt x="1775" y="11401"/>
                    <a:pt x="1977" y="11881"/>
                    <a:pt x="2231" y="12345"/>
                  </a:cubicBezTo>
                  <a:lnTo>
                    <a:pt x="1610" y="13795"/>
                  </a:lnTo>
                  <a:cubicBezTo>
                    <a:pt x="1566" y="13891"/>
                    <a:pt x="1582" y="14004"/>
                    <a:pt x="1662" y="14084"/>
                  </a:cubicBezTo>
                  <a:lnTo>
                    <a:pt x="3479" y="15903"/>
                  </a:lnTo>
                  <a:cubicBezTo>
                    <a:pt x="3527" y="15949"/>
                    <a:pt x="3593" y="15976"/>
                    <a:pt x="3661" y="15976"/>
                  </a:cubicBezTo>
                  <a:cubicBezTo>
                    <a:pt x="3694" y="15976"/>
                    <a:pt x="3728" y="15969"/>
                    <a:pt x="3760" y="15955"/>
                  </a:cubicBezTo>
                  <a:lnTo>
                    <a:pt x="5210" y="15334"/>
                  </a:lnTo>
                  <a:cubicBezTo>
                    <a:pt x="5673" y="15588"/>
                    <a:pt x="6164" y="15788"/>
                    <a:pt x="6670" y="15936"/>
                  </a:cubicBezTo>
                  <a:lnTo>
                    <a:pt x="7247" y="17397"/>
                  </a:lnTo>
                  <a:cubicBezTo>
                    <a:pt x="7291" y="17493"/>
                    <a:pt x="7387" y="17562"/>
                    <a:pt x="7492" y="17562"/>
                  </a:cubicBezTo>
                  <a:lnTo>
                    <a:pt x="10062" y="17562"/>
                  </a:lnTo>
                  <a:cubicBezTo>
                    <a:pt x="10167" y="17562"/>
                    <a:pt x="10264" y="17493"/>
                    <a:pt x="10297" y="17397"/>
                  </a:cubicBezTo>
                  <a:lnTo>
                    <a:pt x="10885" y="15936"/>
                  </a:lnTo>
                  <a:cubicBezTo>
                    <a:pt x="11390" y="15788"/>
                    <a:pt x="11881" y="15588"/>
                    <a:pt x="12343" y="15334"/>
                  </a:cubicBezTo>
                  <a:lnTo>
                    <a:pt x="13786" y="15955"/>
                  </a:lnTo>
                  <a:cubicBezTo>
                    <a:pt x="13821" y="15969"/>
                    <a:pt x="13855" y="15976"/>
                    <a:pt x="13889" y="15976"/>
                  </a:cubicBezTo>
                  <a:cubicBezTo>
                    <a:pt x="13957" y="15976"/>
                    <a:pt x="14021" y="15949"/>
                    <a:pt x="14073" y="15903"/>
                  </a:cubicBezTo>
                  <a:lnTo>
                    <a:pt x="15892" y="14084"/>
                  </a:lnTo>
                  <a:cubicBezTo>
                    <a:pt x="15961" y="14004"/>
                    <a:pt x="15989" y="13891"/>
                    <a:pt x="15945" y="13795"/>
                  </a:cubicBezTo>
                  <a:lnTo>
                    <a:pt x="15324" y="12345"/>
                  </a:lnTo>
                  <a:cubicBezTo>
                    <a:pt x="15578" y="11881"/>
                    <a:pt x="15779" y="11401"/>
                    <a:pt x="15928" y="10893"/>
                  </a:cubicBezTo>
                  <a:lnTo>
                    <a:pt x="17396" y="10308"/>
                  </a:lnTo>
                  <a:cubicBezTo>
                    <a:pt x="17493" y="10264"/>
                    <a:pt x="17554" y="10176"/>
                    <a:pt x="17554" y="10071"/>
                  </a:cubicBezTo>
                  <a:lnTo>
                    <a:pt x="17554" y="7492"/>
                  </a:lnTo>
                  <a:cubicBezTo>
                    <a:pt x="17554" y="7388"/>
                    <a:pt x="17493" y="7302"/>
                    <a:pt x="17396" y="7257"/>
                  </a:cubicBezTo>
                  <a:lnTo>
                    <a:pt x="15928" y="6672"/>
                  </a:lnTo>
                  <a:cubicBezTo>
                    <a:pt x="15779" y="6173"/>
                    <a:pt x="15578" y="5684"/>
                    <a:pt x="15324" y="5220"/>
                  </a:cubicBezTo>
                  <a:lnTo>
                    <a:pt x="15945" y="3769"/>
                  </a:lnTo>
                  <a:cubicBezTo>
                    <a:pt x="15989" y="3672"/>
                    <a:pt x="15961" y="3559"/>
                    <a:pt x="15892" y="3490"/>
                  </a:cubicBezTo>
                  <a:lnTo>
                    <a:pt x="14073" y="1671"/>
                  </a:lnTo>
                  <a:cubicBezTo>
                    <a:pt x="14021" y="1618"/>
                    <a:pt x="13956" y="1593"/>
                    <a:pt x="13887" y="1593"/>
                  </a:cubicBezTo>
                  <a:cubicBezTo>
                    <a:pt x="13854" y="1593"/>
                    <a:pt x="13820" y="1598"/>
                    <a:pt x="13786" y="1610"/>
                  </a:cubicBezTo>
                  <a:lnTo>
                    <a:pt x="12343" y="2231"/>
                  </a:lnTo>
                  <a:cubicBezTo>
                    <a:pt x="11881" y="1977"/>
                    <a:pt x="11390" y="1776"/>
                    <a:pt x="10885" y="1627"/>
                  </a:cubicBezTo>
                  <a:lnTo>
                    <a:pt x="10297" y="169"/>
                  </a:lnTo>
                  <a:cubicBezTo>
                    <a:pt x="10264" y="72"/>
                    <a:pt x="10167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39"/>
            <p:cNvSpPr/>
            <p:nvPr/>
          </p:nvSpPr>
          <p:spPr>
            <a:xfrm>
              <a:off x="5533400" y="3388375"/>
              <a:ext cx="282775" cy="283025"/>
            </a:xfrm>
            <a:custGeom>
              <a:rect b="b" l="l" r="r" t="t"/>
              <a:pathLst>
                <a:path extrusionOk="0" h="11321" w="11311">
                  <a:moveTo>
                    <a:pt x="5654" y="517"/>
                  </a:moveTo>
                  <a:cubicBezTo>
                    <a:pt x="8486" y="517"/>
                    <a:pt x="10794" y="2824"/>
                    <a:pt x="10794" y="5665"/>
                  </a:cubicBezTo>
                  <a:cubicBezTo>
                    <a:pt x="10794" y="8497"/>
                    <a:pt x="8486" y="10805"/>
                    <a:pt x="5654" y="10805"/>
                  </a:cubicBezTo>
                  <a:cubicBezTo>
                    <a:pt x="2814" y="10805"/>
                    <a:pt x="506" y="8497"/>
                    <a:pt x="506" y="5665"/>
                  </a:cubicBezTo>
                  <a:cubicBezTo>
                    <a:pt x="506" y="2824"/>
                    <a:pt x="2814" y="517"/>
                    <a:pt x="5654" y="517"/>
                  </a:cubicBezTo>
                  <a:close/>
                  <a:moveTo>
                    <a:pt x="5654" y="0"/>
                  </a:moveTo>
                  <a:cubicBezTo>
                    <a:pt x="2535" y="0"/>
                    <a:pt x="0" y="2543"/>
                    <a:pt x="0" y="5665"/>
                  </a:cubicBezTo>
                  <a:cubicBezTo>
                    <a:pt x="0" y="8776"/>
                    <a:pt x="2535" y="11321"/>
                    <a:pt x="5654" y="11321"/>
                  </a:cubicBezTo>
                  <a:cubicBezTo>
                    <a:pt x="8776" y="11321"/>
                    <a:pt x="11310" y="8776"/>
                    <a:pt x="11310" y="5665"/>
                  </a:cubicBezTo>
                  <a:cubicBezTo>
                    <a:pt x="11310" y="2543"/>
                    <a:pt x="8776" y="0"/>
                    <a:pt x="5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39"/>
            <p:cNvSpPr/>
            <p:nvPr/>
          </p:nvSpPr>
          <p:spPr>
            <a:xfrm>
              <a:off x="5584750" y="3439925"/>
              <a:ext cx="180075" cy="155425"/>
            </a:xfrm>
            <a:custGeom>
              <a:rect b="b" l="l" r="r" t="t"/>
              <a:pathLst>
                <a:path extrusionOk="0" h="6217" w="7203">
                  <a:moveTo>
                    <a:pt x="3357" y="525"/>
                  </a:moveTo>
                  <a:lnTo>
                    <a:pt x="3357" y="2082"/>
                  </a:lnTo>
                  <a:cubicBezTo>
                    <a:pt x="3128" y="2118"/>
                    <a:pt x="2910" y="2212"/>
                    <a:pt x="2727" y="2344"/>
                  </a:cubicBezTo>
                  <a:lnTo>
                    <a:pt x="1626" y="1243"/>
                  </a:lnTo>
                  <a:cubicBezTo>
                    <a:pt x="2098" y="840"/>
                    <a:pt x="2700" y="578"/>
                    <a:pt x="3357" y="525"/>
                  </a:cubicBezTo>
                  <a:close/>
                  <a:moveTo>
                    <a:pt x="3873" y="525"/>
                  </a:moveTo>
                  <a:cubicBezTo>
                    <a:pt x="4527" y="578"/>
                    <a:pt x="5132" y="840"/>
                    <a:pt x="5612" y="1243"/>
                  </a:cubicBezTo>
                  <a:lnTo>
                    <a:pt x="4511" y="2344"/>
                  </a:lnTo>
                  <a:cubicBezTo>
                    <a:pt x="4326" y="2212"/>
                    <a:pt x="4108" y="2118"/>
                    <a:pt x="3873" y="2082"/>
                  </a:cubicBezTo>
                  <a:lnTo>
                    <a:pt x="3873" y="525"/>
                  </a:lnTo>
                  <a:close/>
                  <a:moveTo>
                    <a:pt x="1240" y="1627"/>
                  </a:moveTo>
                  <a:lnTo>
                    <a:pt x="2341" y="2720"/>
                  </a:lnTo>
                  <a:cubicBezTo>
                    <a:pt x="2211" y="2913"/>
                    <a:pt x="2115" y="3122"/>
                    <a:pt x="2079" y="3357"/>
                  </a:cubicBezTo>
                  <a:lnTo>
                    <a:pt x="525" y="3357"/>
                  </a:lnTo>
                  <a:cubicBezTo>
                    <a:pt x="577" y="2703"/>
                    <a:pt x="839" y="2099"/>
                    <a:pt x="1240" y="1627"/>
                  </a:cubicBezTo>
                  <a:close/>
                  <a:moveTo>
                    <a:pt x="5952" y="1627"/>
                  </a:moveTo>
                  <a:cubicBezTo>
                    <a:pt x="6355" y="2099"/>
                    <a:pt x="6617" y="2703"/>
                    <a:pt x="6678" y="3357"/>
                  </a:cubicBezTo>
                  <a:lnTo>
                    <a:pt x="5121" y="3357"/>
                  </a:lnTo>
                  <a:cubicBezTo>
                    <a:pt x="5079" y="3122"/>
                    <a:pt x="4991" y="2913"/>
                    <a:pt x="4859" y="2720"/>
                  </a:cubicBezTo>
                  <a:lnTo>
                    <a:pt x="5952" y="1627"/>
                  </a:lnTo>
                  <a:close/>
                  <a:moveTo>
                    <a:pt x="2079" y="3873"/>
                  </a:moveTo>
                  <a:cubicBezTo>
                    <a:pt x="2115" y="4100"/>
                    <a:pt x="2203" y="4320"/>
                    <a:pt x="2341" y="4511"/>
                  </a:cubicBezTo>
                  <a:lnTo>
                    <a:pt x="1240" y="5604"/>
                  </a:lnTo>
                  <a:cubicBezTo>
                    <a:pt x="831" y="5115"/>
                    <a:pt x="577" y="4511"/>
                    <a:pt x="525" y="3873"/>
                  </a:cubicBezTo>
                  <a:close/>
                  <a:moveTo>
                    <a:pt x="6678" y="3873"/>
                  </a:moveTo>
                  <a:cubicBezTo>
                    <a:pt x="6625" y="4511"/>
                    <a:pt x="6371" y="5115"/>
                    <a:pt x="5952" y="5604"/>
                  </a:cubicBezTo>
                  <a:lnTo>
                    <a:pt x="4859" y="4511"/>
                  </a:lnTo>
                  <a:cubicBezTo>
                    <a:pt x="4991" y="4320"/>
                    <a:pt x="5088" y="4100"/>
                    <a:pt x="5121" y="3873"/>
                  </a:cubicBezTo>
                  <a:close/>
                  <a:moveTo>
                    <a:pt x="3600" y="1"/>
                  </a:moveTo>
                  <a:cubicBezTo>
                    <a:pt x="1618" y="1"/>
                    <a:pt x="0" y="1610"/>
                    <a:pt x="0" y="3603"/>
                  </a:cubicBezTo>
                  <a:cubicBezTo>
                    <a:pt x="0" y="4564"/>
                    <a:pt x="376" y="5464"/>
                    <a:pt x="1057" y="6145"/>
                  </a:cubicBezTo>
                  <a:cubicBezTo>
                    <a:pt x="1102" y="6190"/>
                    <a:pt x="1171" y="6217"/>
                    <a:pt x="1232" y="6217"/>
                  </a:cubicBezTo>
                  <a:cubicBezTo>
                    <a:pt x="1303" y="6217"/>
                    <a:pt x="1372" y="6190"/>
                    <a:pt x="1416" y="6145"/>
                  </a:cubicBezTo>
                  <a:lnTo>
                    <a:pt x="2876" y="4687"/>
                  </a:lnTo>
                  <a:cubicBezTo>
                    <a:pt x="2918" y="4643"/>
                    <a:pt x="2946" y="4572"/>
                    <a:pt x="2946" y="4511"/>
                  </a:cubicBezTo>
                  <a:cubicBezTo>
                    <a:pt x="2946" y="4442"/>
                    <a:pt x="2918" y="4373"/>
                    <a:pt x="2876" y="4329"/>
                  </a:cubicBezTo>
                  <a:cubicBezTo>
                    <a:pt x="2675" y="4136"/>
                    <a:pt x="2570" y="3873"/>
                    <a:pt x="2570" y="3603"/>
                  </a:cubicBezTo>
                  <a:cubicBezTo>
                    <a:pt x="2570" y="3034"/>
                    <a:pt x="3034" y="2571"/>
                    <a:pt x="3600" y="2571"/>
                  </a:cubicBezTo>
                  <a:cubicBezTo>
                    <a:pt x="4169" y="2571"/>
                    <a:pt x="4632" y="3034"/>
                    <a:pt x="4632" y="3603"/>
                  </a:cubicBezTo>
                  <a:cubicBezTo>
                    <a:pt x="4632" y="3873"/>
                    <a:pt x="4519" y="4136"/>
                    <a:pt x="4326" y="4329"/>
                  </a:cubicBezTo>
                  <a:cubicBezTo>
                    <a:pt x="4230" y="4425"/>
                    <a:pt x="4230" y="4591"/>
                    <a:pt x="4326" y="4687"/>
                  </a:cubicBezTo>
                  <a:lnTo>
                    <a:pt x="5778" y="6145"/>
                  </a:lnTo>
                  <a:cubicBezTo>
                    <a:pt x="5830" y="6190"/>
                    <a:pt x="5891" y="6217"/>
                    <a:pt x="5960" y="6217"/>
                  </a:cubicBezTo>
                  <a:cubicBezTo>
                    <a:pt x="6032" y="6217"/>
                    <a:pt x="6101" y="6190"/>
                    <a:pt x="6145" y="6145"/>
                  </a:cubicBezTo>
                  <a:cubicBezTo>
                    <a:pt x="6827" y="5464"/>
                    <a:pt x="7202" y="4564"/>
                    <a:pt x="7202" y="3603"/>
                  </a:cubicBezTo>
                  <a:cubicBezTo>
                    <a:pt x="7202" y="1610"/>
                    <a:pt x="5585" y="1"/>
                    <a:pt x="3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39"/>
            <p:cNvSpPr/>
            <p:nvPr/>
          </p:nvSpPr>
          <p:spPr>
            <a:xfrm>
              <a:off x="5558925" y="3414175"/>
              <a:ext cx="231500" cy="231425"/>
            </a:xfrm>
            <a:custGeom>
              <a:rect b="b" l="l" r="r" t="t"/>
              <a:pathLst>
                <a:path extrusionOk="0" h="9257" w="9260">
                  <a:moveTo>
                    <a:pt x="4633" y="1"/>
                  </a:moveTo>
                  <a:cubicBezTo>
                    <a:pt x="3584" y="1"/>
                    <a:pt x="2588" y="341"/>
                    <a:pt x="1767" y="997"/>
                  </a:cubicBezTo>
                  <a:cubicBezTo>
                    <a:pt x="1654" y="1083"/>
                    <a:pt x="1635" y="1241"/>
                    <a:pt x="1723" y="1354"/>
                  </a:cubicBezTo>
                  <a:cubicBezTo>
                    <a:pt x="1774" y="1420"/>
                    <a:pt x="1850" y="1454"/>
                    <a:pt x="1927" y="1454"/>
                  </a:cubicBezTo>
                  <a:cubicBezTo>
                    <a:pt x="1985" y="1454"/>
                    <a:pt x="2042" y="1435"/>
                    <a:pt x="2090" y="1398"/>
                  </a:cubicBezTo>
                  <a:cubicBezTo>
                    <a:pt x="2816" y="821"/>
                    <a:pt x="3700" y="515"/>
                    <a:pt x="4633" y="515"/>
                  </a:cubicBezTo>
                  <a:cubicBezTo>
                    <a:pt x="6899" y="515"/>
                    <a:pt x="8751" y="2361"/>
                    <a:pt x="8751" y="4633"/>
                  </a:cubicBezTo>
                  <a:cubicBezTo>
                    <a:pt x="8751" y="6896"/>
                    <a:pt x="6899" y="8741"/>
                    <a:pt x="4633" y="8741"/>
                  </a:cubicBezTo>
                  <a:cubicBezTo>
                    <a:pt x="2361" y="8741"/>
                    <a:pt x="517" y="6896"/>
                    <a:pt x="517" y="4633"/>
                  </a:cubicBezTo>
                  <a:cubicBezTo>
                    <a:pt x="517" y="3697"/>
                    <a:pt x="823" y="2814"/>
                    <a:pt x="1400" y="2080"/>
                  </a:cubicBezTo>
                  <a:cubicBezTo>
                    <a:pt x="1486" y="1966"/>
                    <a:pt x="1469" y="1809"/>
                    <a:pt x="1356" y="1721"/>
                  </a:cubicBezTo>
                  <a:cubicBezTo>
                    <a:pt x="1312" y="1684"/>
                    <a:pt x="1256" y="1666"/>
                    <a:pt x="1201" y="1666"/>
                  </a:cubicBezTo>
                  <a:cubicBezTo>
                    <a:pt x="1125" y="1666"/>
                    <a:pt x="1048" y="1700"/>
                    <a:pt x="997" y="1765"/>
                  </a:cubicBezTo>
                  <a:cubicBezTo>
                    <a:pt x="351" y="2587"/>
                    <a:pt x="1" y="3575"/>
                    <a:pt x="1" y="4633"/>
                  </a:cubicBezTo>
                  <a:cubicBezTo>
                    <a:pt x="1" y="7186"/>
                    <a:pt x="2082" y="9257"/>
                    <a:pt x="4633" y="9257"/>
                  </a:cubicBezTo>
                  <a:cubicBezTo>
                    <a:pt x="7186" y="9257"/>
                    <a:pt x="9259" y="7186"/>
                    <a:pt x="9259" y="4633"/>
                  </a:cubicBezTo>
                  <a:cubicBezTo>
                    <a:pt x="9259" y="2080"/>
                    <a:pt x="7186" y="1"/>
                    <a:pt x="4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20" name="Google Shape;16320;p39"/>
          <p:cNvSpPr txBox="1"/>
          <p:nvPr>
            <p:ph idx="2" type="subTitle"/>
          </p:nvPr>
        </p:nvSpPr>
        <p:spPr>
          <a:xfrm>
            <a:off x="305102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Humidity Sensor</a:t>
            </a:r>
            <a:endParaRPr/>
          </a:p>
        </p:txBody>
      </p:sp>
      <p:sp>
        <p:nvSpPr>
          <p:cNvPr id="16321" name="Google Shape;16321;p39"/>
          <p:cNvSpPr txBox="1"/>
          <p:nvPr>
            <p:ph idx="1" type="subTitle"/>
          </p:nvPr>
        </p:nvSpPr>
        <p:spPr>
          <a:xfrm>
            <a:off x="30510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Automatically detects when the room is too humid and sends the signal to the arduino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22" name="Google Shape;16322;p39"/>
          <p:cNvGrpSpPr/>
          <p:nvPr/>
        </p:nvGrpSpPr>
        <p:grpSpPr>
          <a:xfrm>
            <a:off x="4344151" y="1817198"/>
            <a:ext cx="393648" cy="393648"/>
            <a:chOff x="238125" y="1238025"/>
            <a:chExt cx="438850" cy="438850"/>
          </a:xfrm>
        </p:grpSpPr>
        <p:sp>
          <p:nvSpPr>
            <p:cNvPr id="16323" name="Google Shape;16323;p39"/>
            <p:cNvSpPr/>
            <p:nvPr/>
          </p:nvSpPr>
          <p:spPr>
            <a:xfrm>
              <a:off x="238125" y="1238025"/>
              <a:ext cx="438850" cy="438850"/>
            </a:xfrm>
            <a:custGeom>
              <a:rect b="b" l="l" r="r" t="t"/>
              <a:pathLst>
                <a:path extrusionOk="0" h="17554" w="17554">
                  <a:moveTo>
                    <a:pt x="9887" y="517"/>
                  </a:moveTo>
                  <a:lnTo>
                    <a:pt x="10454" y="1933"/>
                  </a:lnTo>
                  <a:cubicBezTo>
                    <a:pt x="10490" y="2002"/>
                    <a:pt x="10550" y="2063"/>
                    <a:pt x="10630" y="2082"/>
                  </a:cubicBezTo>
                  <a:cubicBezTo>
                    <a:pt x="11171" y="2239"/>
                    <a:pt x="11704" y="2457"/>
                    <a:pt x="12204" y="2736"/>
                  </a:cubicBezTo>
                  <a:cubicBezTo>
                    <a:pt x="12242" y="2761"/>
                    <a:pt x="12284" y="2772"/>
                    <a:pt x="12327" y="2772"/>
                  </a:cubicBezTo>
                  <a:cubicBezTo>
                    <a:pt x="12361" y="2772"/>
                    <a:pt x="12396" y="2765"/>
                    <a:pt x="12430" y="2753"/>
                  </a:cubicBezTo>
                  <a:lnTo>
                    <a:pt x="13838" y="2151"/>
                  </a:lnTo>
                  <a:lnTo>
                    <a:pt x="15411" y="3716"/>
                  </a:lnTo>
                  <a:lnTo>
                    <a:pt x="14807" y="5124"/>
                  </a:lnTo>
                  <a:cubicBezTo>
                    <a:pt x="14773" y="5201"/>
                    <a:pt x="14773" y="5281"/>
                    <a:pt x="14818" y="5350"/>
                  </a:cubicBezTo>
                  <a:cubicBezTo>
                    <a:pt x="15097" y="5847"/>
                    <a:pt x="15315" y="6382"/>
                    <a:pt x="15472" y="6924"/>
                  </a:cubicBezTo>
                  <a:cubicBezTo>
                    <a:pt x="15489" y="7001"/>
                    <a:pt x="15552" y="7064"/>
                    <a:pt x="15621" y="7098"/>
                  </a:cubicBezTo>
                  <a:lnTo>
                    <a:pt x="17037" y="7666"/>
                  </a:lnTo>
                  <a:lnTo>
                    <a:pt x="17037" y="9886"/>
                  </a:lnTo>
                  <a:lnTo>
                    <a:pt x="15621" y="10454"/>
                  </a:lnTo>
                  <a:cubicBezTo>
                    <a:pt x="15552" y="10482"/>
                    <a:pt x="15489" y="10551"/>
                    <a:pt x="15472" y="10620"/>
                  </a:cubicBezTo>
                  <a:cubicBezTo>
                    <a:pt x="15315" y="11172"/>
                    <a:pt x="15097" y="11705"/>
                    <a:pt x="14818" y="12194"/>
                  </a:cubicBezTo>
                  <a:cubicBezTo>
                    <a:pt x="14782" y="12265"/>
                    <a:pt x="14773" y="12351"/>
                    <a:pt x="14807" y="12431"/>
                  </a:cubicBezTo>
                  <a:lnTo>
                    <a:pt x="15411" y="13830"/>
                  </a:lnTo>
                  <a:lnTo>
                    <a:pt x="13838" y="15403"/>
                  </a:lnTo>
                  <a:lnTo>
                    <a:pt x="12430" y="14799"/>
                  </a:lnTo>
                  <a:cubicBezTo>
                    <a:pt x="12396" y="14788"/>
                    <a:pt x="12362" y="14782"/>
                    <a:pt x="12328" y="14782"/>
                  </a:cubicBezTo>
                  <a:cubicBezTo>
                    <a:pt x="12285" y="14782"/>
                    <a:pt x="12243" y="14792"/>
                    <a:pt x="12204" y="14816"/>
                  </a:cubicBezTo>
                  <a:cubicBezTo>
                    <a:pt x="11704" y="15097"/>
                    <a:pt x="11171" y="15315"/>
                    <a:pt x="10630" y="15473"/>
                  </a:cubicBezTo>
                  <a:cubicBezTo>
                    <a:pt x="10550" y="15489"/>
                    <a:pt x="10490" y="15542"/>
                    <a:pt x="10454" y="15622"/>
                  </a:cubicBezTo>
                  <a:lnTo>
                    <a:pt x="9887" y="17038"/>
                  </a:lnTo>
                  <a:lnTo>
                    <a:pt x="7666" y="17038"/>
                  </a:lnTo>
                  <a:lnTo>
                    <a:pt x="7097" y="15622"/>
                  </a:lnTo>
                  <a:cubicBezTo>
                    <a:pt x="7072" y="15542"/>
                    <a:pt x="7003" y="15489"/>
                    <a:pt x="6931" y="15473"/>
                  </a:cubicBezTo>
                  <a:cubicBezTo>
                    <a:pt x="6382" y="15315"/>
                    <a:pt x="5849" y="15097"/>
                    <a:pt x="5358" y="14816"/>
                  </a:cubicBezTo>
                  <a:cubicBezTo>
                    <a:pt x="5319" y="14792"/>
                    <a:pt x="5274" y="14782"/>
                    <a:pt x="5228" y="14782"/>
                  </a:cubicBezTo>
                  <a:cubicBezTo>
                    <a:pt x="5193" y="14782"/>
                    <a:pt x="5157" y="14788"/>
                    <a:pt x="5123" y="14799"/>
                  </a:cubicBezTo>
                  <a:lnTo>
                    <a:pt x="3724" y="15403"/>
                  </a:lnTo>
                  <a:lnTo>
                    <a:pt x="2150" y="13830"/>
                  </a:lnTo>
                  <a:lnTo>
                    <a:pt x="2755" y="12431"/>
                  </a:lnTo>
                  <a:cubicBezTo>
                    <a:pt x="2780" y="12351"/>
                    <a:pt x="2780" y="12265"/>
                    <a:pt x="2736" y="12194"/>
                  </a:cubicBezTo>
                  <a:cubicBezTo>
                    <a:pt x="2457" y="11705"/>
                    <a:pt x="2238" y="11172"/>
                    <a:pt x="2081" y="10620"/>
                  </a:cubicBezTo>
                  <a:cubicBezTo>
                    <a:pt x="2062" y="10551"/>
                    <a:pt x="2010" y="10482"/>
                    <a:pt x="1932" y="10454"/>
                  </a:cubicBezTo>
                  <a:lnTo>
                    <a:pt x="516" y="9886"/>
                  </a:lnTo>
                  <a:lnTo>
                    <a:pt x="516" y="7666"/>
                  </a:lnTo>
                  <a:lnTo>
                    <a:pt x="1932" y="7098"/>
                  </a:lnTo>
                  <a:cubicBezTo>
                    <a:pt x="2010" y="7064"/>
                    <a:pt x="2062" y="7001"/>
                    <a:pt x="2090" y="6924"/>
                  </a:cubicBezTo>
                  <a:cubicBezTo>
                    <a:pt x="2238" y="6382"/>
                    <a:pt x="2457" y="5847"/>
                    <a:pt x="2736" y="5350"/>
                  </a:cubicBezTo>
                  <a:cubicBezTo>
                    <a:pt x="2780" y="5281"/>
                    <a:pt x="2780" y="5201"/>
                    <a:pt x="2755" y="5124"/>
                  </a:cubicBezTo>
                  <a:lnTo>
                    <a:pt x="2150" y="3716"/>
                  </a:lnTo>
                  <a:lnTo>
                    <a:pt x="3724" y="2151"/>
                  </a:lnTo>
                  <a:lnTo>
                    <a:pt x="5131" y="2753"/>
                  </a:lnTo>
                  <a:cubicBezTo>
                    <a:pt x="5162" y="2765"/>
                    <a:pt x="5196" y="2772"/>
                    <a:pt x="5231" y="2772"/>
                  </a:cubicBezTo>
                  <a:cubicBezTo>
                    <a:pt x="5275" y="2772"/>
                    <a:pt x="5319" y="2761"/>
                    <a:pt x="5358" y="2736"/>
                  </a:cubicBezTo>
                  <a:cubicBezTo>
                    <a:pt x="5849" y="2457"/>
                    <a:pt x="6382" y="2239"/>
                    <a:pt x="6931" y="2082"/>
                  </a:cubicBezTo>
                  <a:cubicBezTo>
                    <a:pt x="7003" y="2063"/>
                    <a:pt x="7072" y="2002"/>
                    <a:pt x="7097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0" y="61"/>
                    <a:pt x="7255" y="158"/>
                  </a:cubicBezTo>
                  <a:lnTo>
                    <a:pt x="6669" y="1626"/>
                  </a:lnTo>
                  <a:cubicBezTo>
                    <a:pt x="6164" y="1775"/>
                    <a:pt x="5673" y="1977"/>
                    <a:pt x="5209" y="2229"/>
                  </a:cubicBezTo>
                  <a:lnTo>
                    <a:pt x="3768" y="1610"/>
                  </a:lnTo>
                  <a:cubicBezTo>
                    <a:pt x="3730" y="1594"/>
                    <a:pt x="3692" y="1586"/>
                    <a:pt x="3656" y="1586"/>
                  </a:cubicBezTo>
                  <a:cubicBezTo>
                    <a:pt x="3591" y="1586"/>
                    <a:pt x="3529" y="1611"/>
                    <a:pt x="3478" y="1662"/>
                  </a:cubicBezTo>
                  <a:lnTo>
                    <a:pt x="1662" y="3479"/>
                  </a:lnTo>
                  <a:cubicBezTo>
                    <a:pt x="1590" y="3550"/>
                    <a:pt x="1565" y="3664"/>
                    <a:pt x="1609" y="3760"/>
                  </a:cubicBezTo>
                  <a:lnTo>
                    <a:pt x="2230" y="5210"/>
                  </a:lnTo>
                  <a:cubicBezTo>
                    <a:pt x="1976" y="5673"/>
                    <a:pt x="1775" y="6162"/>
                    <a:pt x="1626" y="6670"/>
                  </a:cubicBezTo>
                  <a:lnTo>
                    <a:pt x="157" y="7255"/>
                  </a:lnTo>
                  <a:cubicBezTo>
                    <a:pt x="61" y="7291"/>
                    <a:pt x="0" y="7387"/>
                    <a:pt x="0" y="7492"/>
                  </a:cubicBezTo>
                  <a:lnTo>
                    <a:pt x="0" y="10062"/>
                  </a:lnTo>
                  <a:cubicBezTo>
                    <a:pt x="0" y="10167"/>
                    <a:pt x="61" y="10264"/>
                    <a:pt x="157" y="10297"/>
                  </a:cubicBezTo>
                  <a:lnTo>
                    <a:pt x="1626" y="10882"/>
                  </a:lnTo>
                  <a:cubicBezTo>
                    <a:pt x="1775" y="11390"/>
                    <a:pt x="1976" y="11879"/>
                    <a:pt x="2230" y="12343"/>
                  </a:cubicBezTo>
                  <a:lnTo>
                    <a:pt x="1609" y="13794"/>
                  </a:lnTo>
                  <a:cubicBezTo>
                    <a:pt x="1565" y="13891"/>
                    <a:pt x="1590" y="13996"/>
                    <a:pt x="1662" y="14073"/>
                  </a:cubicBezTo>
                  <a:lnTo>
                    <a:pt x="3478" y="15892"/>
                  </a:lnTo>
                  <a:cubicBezTo>
                    <a:pt x="3532" y="15938"/>
                    <a:pt x="3596" y="15966"/>
                    <a:pt x="3664" y="15966"/>
                  </a:cubicBezTo>
                  <a:cubicBezTo>
                    <a:pt x="3698" y="15966"/>
                    <a:pt x="3733" y="15959"/>
                    <a:pt x="3768" y="15945"/>
                  </a:cubicBezTo>
                  <a:lnTo>
                    <a:pt x="5209" y="15324"/>
                  </a:lnTo>
                  <a:cubicBezTo>
                    <a:pt x="5673" y="15578"/>
                    <a:pt x="6164" y="15779"/>
                    <a:pt x="6669" y="15928"/>
                  </a:cubicBezTo>
                  <a:lnTo>
                    <a:pt x="7255" y="17396"/>
                  </a:lnTo>
                  <a:cubicBezTo>
                    <a:pt x="7290" y="17491"/>
                    <a:pt x="7387" y="17554"/>
                    <a:pt x="7492" y="17554"/>
                  </a:cubicBezTo>
                  <a:lnTo>
                    <a:pt x="10062" y="17554"/>
                  </a:lnTo>
                  <a:cubicBezTo>
                    <a:pt x="10166" y="17554"/>
                    <a:pt x="10263" y="17491"/>
                    <a:pt x="10307" y="17396"/>
                  </a:cubicBezTo>
                  <a:lnTo>
                    <a:pt x="10884" y="15928"/>
                  </a:lnTo>
                  <a:cubicBezTo>
                    <a:pt x="11390" y="15779"/>
                    <a:pt x="11880" y="15578"/>
                    <a:pt x="12342" y="15324"/>
                  </a:cubicBezTo>
                  <a:lnTo>
                    <a:pt x="13794" y="15945"/>
                  </a:lnTo>
                  <a:cubicBezTo>
                    <a:pt x="13826" y="15959"/>
                    <a:pt x="13860" y="15966"/>
                    <a:pt x="13893" y="15966"/>
                  </a:cubicBezTo>
                  <a:cubicBezTo>
                    <a:pt x="13961" y="15966"/>
                    <a:pt x="14026" y="15938"/>
                    <a:pt x="14073" y="15892"/>
                  </a:cubicBezTo>
                  <a:lnTo>
                    <a:pt x="15892" y="14073"/>
                  </a:lnTo>
                  <a:cubicBezTo>
                    <a:pt x="15971" y="13996"/>
                    <a:pt x="15988" y="13891"/>
                    <a:pt x="15944" y="13794"/>
                  </a:cubicBezTo>
                  <a:lnTo>
                    <a:pt x="15323" y="12343"/>
                  </a:lnTo>
                  <a:cubicBezTo>
                    <a:pt x="15577" y="11879"/>
                    <a:pt x="15778" y="11390"/>
                    <a:pt x="15927" y="10882"/>
                  </a:cubicBezTo>
                  <a:lnTo>
                    <a:pt x="17396" y="10297"/>
                  </a:lnTo>
                  <a:cubicBezTo>
                    <a:pt x="17492" y="10264"/>
                    <a:pt x="17553" y="10167"/>
                    <a:pt x="17553" y="10062"/>
                  </a:cubicBezTo>
                  <a:lnTo>
                    <a:pt x="17553" y="7492"/>
                  </a:lnTo>
                  <a:cubicBezTo>
                    <a:pt x="17553" y="7387"/>
                    <a:pt x="17492" y="7291"/>
                    <a:pt x="17396" y="7255"/>
                  </a:cubicBezTo>
                  <a:lnTo>
                    <a:pt x="15927" y="6670"/>
                  </a:lnTo>
                  <a:cubicBezTo>
                    <a:pt x="15778" y="6162"/>
                    <a:pt x="15577" y="5673"/>
                    <a:pt x="15323" y="5210"/>
                  </a:cubicBezTo>
                  <a:lnTo>
                    <a:pt x="15944" y="3760"/>
                  </a:lnTo>
                  <a:cubicBezTo>
                    <a:pt x="15988" y="3664"/>
                    <a:pt x="15971" y="3550"/>
                    <a:pt x="15892" y="3479"/>
                  </a:cubicBezTo>
                  <a:lnTo>
                    <a:pt x="14073" y="1662"/>
                  </a:lnTo>
                  <a:cubicBezTo>
                    <a:pt x="14028" y="1611"/>
                    <a:pt x="13966" y="1586"/>
                    <a:pt x="13902" y="1586"/>
                  </a:cubicBezTo>
                  <a:cubicBezTo>
                    <a:pt x="13865" y="1586"/>
                    <a:pt x="13828" y="1594"/>
                    <a:pt x="13794" y="1610"/>
                  </a:cubicBezTo>
                  <a:lnTo>
                    <a:pt x="12342" y="2229"/>
                  </a:lnTo>
                  <a:cubicBezTo>
                    <a:pt x="11880" y="1977"/>
                    <a:pt x="11390" y="1775"/>
                    <a:pt x="10884" y="1626"/>
                  </a:cubicBezTo>
                  <a:lnTo>
                    <a:pt x="10307" y="158"/>
                  </a:lnTo>
                  <a:cubicBezTo>
                    <a:pt x="10263" y="61"/>
                    <a:pt x="10166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39"/>
            <p:cNvSpPr/>
            <p:nvPr/>
          </p:nvSpPr>
          <p:spPr>
            <a:xfrm>
              <a:off x="316375" y="1316275"/>
              <a:ext cx="283025" cy="282775"/>
            </a:xfrm>
            <a:custGeom>
              <a:rect b="b" l="l" r="r" t="t"/>
              <a:pathLst>
                <a:path extrusionOk="0" h="11311" w="11321">
                  <a:moveTo>
                    <a:pt x="5656" y="515"/>
                  </a:moveTo>
                  <a:cubicBezTo>
                    <a:pt x="8497" y="515"/>
                    <a:pt x="10804" y="2822"/>
                    <a:pt x="10804" y="5655"/>
                  </a:cubicBezTo>
                  <a:cubicBezTo>
                    <a:pt x="10804" y="8487"/>
                    <a:pt x="8497" y="10794"/>
                    <a:pt x="5656" y="10794"/>
                  </a:cubicBezTo>
                  <a:cubicBezTo>
                    <a:pt x="2824" y="10794"/>
                    <a:pt x="516" y="8487"/>
                    <a:pt x="516" y="5655"/>
                  </a:cubicBezTo>
                  <a:cubicBezTo>
                    <a:pt x="516" y="2822"/>
                    <a:pt x="2824" y="515"/>
                    <a:pt x="5656" y="515"/>
                  </a:cubicBezTo>
                  <a:close/>
                  <a:moveTo>
                    <a:pt x="5656" y="1"/>
                  </a:moveTo>
                  <a:cubicBezTo>
                    <a:pt x="2534" y="1"/>
                    <a:pt x="0" y="2535"/>
                    <a:pt x="0" y="5655"/>
                  </a:cubicBezTo>
                  <a:cubicBezTo>
                    <a:pt x="0" y="8776"/>
                    <a:pt x="2534" y="11310"/>
                    <a:pt x="5656" y="11310"/>
                  </a:cubicBezTo>
                  <a:cubicBezTo>
                    <a:pt x="8776" y="11310"/>
                    <a:pt x="11320" y="8776"/>
                    <a:pt x="11320" y="5655"/>
                  </a:cubicBezTo>
                  <a:cubicBezTo>
                    <a:pt x="11320" y="2535"/>
                    <a:pt x="8776" y="1"/>
                    <a:pt x="5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39"/>
            <p:cNvSpPr/>
            <p:nvPr/>
          </p:nvSpPr>
          <p:spPr>
            <a:xfrm>
              <a:off x="342125" y="1342025"/>
              <a:ext cx="231475" cy="231475"/>
            </a:xfrm>
            <a:custGeom>
              <a:rect b="b" l="l" r="r" t="t"/>
              <a:pathLst>
                <a:path extrusionOk="0" h="9259" w="9259">
                  <a:moveTo>
                    <a:pt x="4626" y="1"/>
                  </a:moveTo>
                  <a:cubicBezTo>
                    <a:pt x="3577" y="1"/>
                    <a:pt x="2589" y="343"/>
                    <a:pt x="1767" y="989"/>
                  </a:cubicBezTo>
                  <a:cubicBezTo>
                    <a:pt x="1653" y="1077"/>
                    <a:pt x="1637" y="1243"/>
                    <a:pt x="1723" y="1348"/>
                  </a:cubicBezTo>
                  <a:cubicBezTo>
                    <a:pt x="1773" y="1413"/>
                    <a:pt x="1847" y="1446"/>
                    <a:pt x="1922" y="1446"/>
                  </a:cubicBezTo>
                  <a:cubicBezTo>
                    <a:pt x="1977" y="1446"/>
                    <a:pt x="2033" y="1428"/>
                    <a:pt x="2081" y="1392"/>
                  </a:cubicBezTo>
                  <a:cubicBezTo>
                    <a:pt x="2816" y="815"/>
                    <a:pt x="3690" y="508"/>
                    <a:pt x="4626" y="508"/>
                  </a:cubicBezTo>
                  <a:cubicBezTo>
                    <a:pt x="6898" y="508"/>
                    <a:pt x="8742" y="2352"/>
                    <a:pt x="8742" y="4625"/>
                  </a:cubicBezTo>
                  <a:cubicBezTo>
                    <a:pt x="8742" y="6899"/>
                    <a:pt x="6898" y="8743"/>
                    <a:pt x="4626" y="8743"/>
                  </a:cubicBezTo>
                  <a:cubicBezTo>
                    <a:pt x="2360" y="8743"/>
                    <a:pt x="516" y="6899"/>
                    <a:pt x="516" y="4625"/>
                  </a:cubicBezTo>
                  <a:cubicBezTo>
                    <a:pt x="516" y="3691"/>
                    <a:pt x="823" y="2808"/>
                    <a:pt x="1399" y="2082"/>
                  </a:cubicBezTo>
                  <a:cubicBezTo>
                    <a:pt x="1488" y="1969"/>
                    <a:pt x="1469" y="1803"/>
                    <a:pt x="1355" y="1715"/>
                  </a:cubicBezTo>
                  <a:cubicBezTo>
                    <a:pt x="1308" y="1678"/>
                    <a:pt x="1250" y="1659"/>
                    <a:pt x="1194" y="1659"/>
                  </a:cubicBezTo>
                  <a:cubicBezTo>
                    <a:pt x="1116" y="1659"/>
                    <a:pt x="1039" y="1693"/>
                    <a:pt x="988" y="1759"/>
                  </a:cubicBezTo>
                  <a:cubicBezTo>
                    <a:pt x="342" y="2579"/>
                    <a:pt x="0" y="3576"/>
                    <a:pt x="0" y="4625"/>
                  </a:cubicBezTo>
                  <a:cubicBezTo>
                    <a:pt x="0" y="7178"/>
                    <a:pt x="2073" y="9259"/>
                    <a:pt x="4626" y="9259"/>
                  </a:cubicBezTo>
                  <a:cubicBezTo>
                    <a:pt x="7177" y="9259"/>
                    <a:pt x="9258" y="7178"/>
                    <a:pt x="9258" y="4625"/>
                  </a:cubicBezTo>
                  <a:cubicBezTo>
                    <a:pt x="9258" y="2073"/>
                    <a:pt x="7177" y="1"/>
                    <a:pt x="46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39"/>
            <p:cNvSpPr/>
            <p:nvPr/>
          </p:nvSpPr>
          <p:spPr>
            <a:xfrm>
              <a:off x="378625" y="1367675"/>
              <a:ext cx="157825" cy="180025"/>
            </a:xfrm>
            <a:custGeom>
              <a:rect b="b" l="l" r="r" t="t"/>
              <a:pathLst>
                <a:path extrusionOk="0" h="7201" w="6313">
                  <a:moveTo>
                    <a:pt x="3166" y="557"/>
                  </a:moveTo>
                  <a:lnTo>
                    <a:pt x="5551" y="1931"/>
                  </a:lnTo>
                  <a:lnTo>
                    <a:pt x="3166" y="3303"/>
                  </a:lnTo>
                  <a:lnTo>
                    <a:pt x="787" y="1931"/>
                  </a:lnTo>
                  <a:lnTo>
                    <a:pt x="3166" y="557"/>
                  </a:lnTo>
                  <a:close/>
                  <a:moveTo>
                    <a:pt x="552" y="2384"/>
                  </a:moveTo>
                  <a:lnTo>
                    <a:pt x="2921" y="3756"/>
                  </a:lnTo>
                  <a:lnTo>
                    <a:pt x="2921" y="6483"/>
                  </a:lnTo>
                  <a:lnTo>
                    <a:pt x="552" y="5119"/>
                  </a:lnTo>
                  <a:lnTo>
                    <a:pt x="552" y="2384"/>
                  </a:lnTo>
                  <a:close/>
                  <a:moveTo>
                    <a:pt x="5797" y="2384"/>
                  </a:moveTo>
                  <a:lnTo>
                    <a:pt x="5797" y="5119"/>
                  </a:lnTo>
                  <a:lnTo>
                    <a:pt x="3437" y="6483"/>
                  </a:lnTo>
                  <a:lnTo>
                    <a:pt x="3437" y="3756"/>
                  </a:lnTo>
                  <a:lnTo>
                    <a:pt x="5797" y="2384"/>
                  </a:lnTo>
                  <a:close/>
                  <a:moveTo>
                    <a:pt x="3160" y="1"/>
                  </a:moveTo>
                  <a:cubicBezTo>
                    <a:pt x="3115" y="1"/>
                    <a:pt x="3070" y="11"/>
                    <a:pt x="3025" y="32"/>
                  </a:cubicBezTo>
                  <a:lnTo>
                    <a:pt x="132" y="1702"/>
                  </a:lnTo>
                  <a:cubicBezTo>
                    <a:pt x="53" y="1746"/>
                    <a:pt x="0" y="1834"/>
                    <a:pt x="0" y="1931"/>
                  </a:cubicBezTo>
                  <a:lnTo>
                    <a:pt x="0" y="5268"/>
                  </a:lnTo>
                  <a:cubicBezTo>
                    <a:pt x="0" y="5365"/>
                    <a:pt x="53" y="5453"/>
                    <a:pt x="132" y="5497"/>
                  </a:cubicBezTo>
                  <a:lnTo>
                    <a:pt x="3025" y="7165"/>
                  </a:lnTo>
                  <a:cubicBezTo>
                    <a:pt x="3070" y="7192"/>
                    <a:pt x="3114" y="7201"/>
                    <a:pt x="3156" y="7201"/>
                  </a:cubicBezTo>
                  <a:cubicBezTo>
                    <a:pt x="3200" y="7201"/>
                    <a:pt x="3244" y="7192"/>
                    <a:pt x="3288" y="7165"/>
                  </a:cubicBezTo>
                  <a:lnTo>
                    <a:pt x="6181" y="5497"/>
                  </a:lnTo>
                  <a:cubicBezTo>
                    <a:pt x="6260" y="5453"/>
                    <a:pt x="6313" y="5365"/>
                    <a:pt x="6313" y="5268"/>
                  </a:cubicBezTo>
                  <a:lnTo>
                    <a:pt x="6313" y="1931"/>
                  </a:lnTo>
                  <a:cubicBezTo>
                    <a:pt x="6313" y="1834"/>
                    <a:pt x="6260" y="1746"/>
                    <a:pt x="6181" y="1702"/>
                  </a:cubicBezTo>
                  <a:lnTo>
                    <a:pt x="3288" y="32"/>
                  </a:lnTo>
                  <a:cubicBezTo>
                    <a:pt x="3248" y="11"/>
                    <a:pt x="3204" y="1"/>
                    <a:pt x="3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327" name="Google Shape;16327;p39"/>
          <p:cNvPicPr preferRelativeResize="0"/>
          <p:nvPr/>
        </p:nvPicPr>
        <p:blipFill rotWithShape="1">
          <a:blip r:embed="rId3">
            <a:alphaModFix/>
          </a:blip>
          <a:srcRect b="19064" l="9771" r="8396" t="14812"/>
          <a:stretch/>
        </p:blipFill>
        <p:spPr>
          <a:xfrm>
            <a:off x="3373326" y="3578826"/>
            <a:ext cx="2419189" cy="146614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31" name="Shape 16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2" name="Google Shape;16332;p40"/>
          <p:cNvSpPr txBox="1"/>
          <p:nvPr>
            <p:ph type="title"/>
          </p:nvPr>
        </p:nvSpPr>
        <p:spPr>
          <a:xfrm>
            <a:off x="4539175" y="1393675"/>
            <a:ext cx="3891600" cy="59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AI Usage</a:t>
            </a:r>
            <a:endParaRPr/>
          </a:p>
        </p:txBody>
      </p:sp>
      <p:sp>
        <p:nvSpPr>
          <p:cNvPr id="16333" name="Google Shape;16333;p40"/>
          <p:cNvSpPr txBox="1"/>
          <p:nvPr>
            <p:ph idx="1" type="subTitle"/>
          </p:nvPr>
        </p:nvSpPr>
        <p:spPr>
          <a:xfrm>
            <a:off x="4539150" y="1800275"/>
            <a:ext cx="3891600" cy="93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Claude Sonnet 5 “High”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generate the code.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debug our code.</a:t>
            </a:r>
            <a:endParaRPr/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research wiring diagrams</a:t>
            </a:r>
            <a:endParaRPr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Claude Opus 5 “High”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align with prototype revisions</a:t>
            </a:r>
            <a:endParaRPr/>
          </a:p>
        </p:txBody>
      </p:sp>
      <p:sp>
        <p:nvSpPr>
          <p:cNvPr id="16334" name="Google Shape;16334;p40"/>
          <p:cNvSpPr/>
          <p:nvPr/>
        </p:nvSpPr>
        <p:spPr>
          <a:xfrm flipH="1">
            <a:off x="-161723" y="-365075"/>
            <a:ext cx="3040800" cy="30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35" name="Google Shape;16335;p40"/>
          <p:cNvGrpSpPr/>
          <p:nvPr/>
        </p:nvGrpSpPr>
        <p:grpSpPr>
          <a:xfrm flipH="1">
            <a:off x="7536579" y="2968901"/>
            <a:ext cx="2449826" cy="2450488"/>
            <a:chOff x="7033950" y="-293650"/>
            <a:chExt cx="2687391" cy="2688118"/>
          </a:xfrm>
        </p:grpSpPr>
        <p:sp>
          <p:nvSpPr>
            <p:cNvPr id="16336" name="Google Shape;16336;p40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40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38" name="Google Shape;16338;p40"/>
          <p:cNvSpPr/>
          <p:nvPr/>
        </p:nvSpPr>
        <p:spPr>
          <a:xfrm flipH="1">
            <a:off x="4905978" y="4095099"/>
            <a:ext cx="544064" cy="571988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39" name="Google Shape;16339;p40"/>
          <p:cNvGrpSpPr/>
          <p:nvPr/>
        </p:nvGrpSpPr>
        <p:grpSpPr>
          <a:xfrm>
            <a:off x="1047601" y="735560"/>
            <a:ext cx="2697276" cy="3672287"/>
            <a:chOff x="1655550" y="790900"/>
            <a:chExt cx="2510262" cy="3417671"/>
          </a:xfrm>
        </p:grpSpPr>
        <p:sp>
          <p:nvSpPr>
            <p:cNvPr id="16340" name="Google Shape;16340;p40"/>
            <p:cNvSpPr/>
            <p:nvPr/>
          </p:nvSpPr>
          <p:spPr>
            <a:xfrm>
              <a:off x="1655550" y="790900"/>
              <a:ext cx="2510262" cy="3417671"/>
            </a:xfrm>
            <a:custGeom>
              <a:rect b="b" l="l" r="r" t="t"/>
              <a:pathLst>
                <a:path extrusionOk="0" h="190426" w="143096">
                  <a:moveTo>
                    <a:pt x="2914" y="0"/>
                  </a:moveTo>
                  <a:cubicBezTo>
                    <a:pt x="1280" y="0"/>
                    <a:pt x="0" y="1281"/>
                    <a:pt x="0" y="2914"/>
                  </a:cubicBezTo>
                  <a:lnTo>
                    <a:pt x="0" y="187512"/>
                  </a:lnTo>
                  <a:cubicBezTo>
                    <a:pt x="0" y="189101"/>
                    <a:pt x="1280" y="190426"/>
                    <a:pt x="2914" y="190426"/>
                  </a:cubicBezTo>
                  <a:lnTo>
                    <a:pt x="140182" y="190426"/>
                  </a:lnTo>
                  <a:cubicBezTo>
                    <a:pt x="141771" y="190426"/>
                    <a:pt x="143096" y="189101"/>
                    <a:pt x="143096" y="187512"/>
                  </a:cubicBezTo>
                  <a:lnTo>
                    <a:pt x="143096" y="2914"/>
                  </a:lnTo>
                  <a:cubicBezTo>
                    <a:pt x="143096" y="1281"/>
                    <a:pt x="141771" y="0"/>
                    <a:pt x="140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40"/>
            <p:cNvSpPr/>
            <p:nvPr/>
          </p:nvSpPr>
          <p:spPr>
            <a:xfrm>
              <a:off x="1735300" y="886765"/>
              <a:ext cx="2350730" cy="3115776"/>
            </a:xfrm>
            <a:custGeom>
              <a:rect b="b" l="l" r="r" t="t"/>
              <a:pathLst>
                <a:path extrusionOk="0" h="173605" w="134002">
                  <a:moveTo>
                    <a:pt x="1" y="1"/>
                  </a:moveTo>
                  <a:lnTo>
                    <a:pt x="1" y="53821"/>
                  </a:lnTo>
                  <a:lnTo>
                    <a:pt x="1" y="127599"/>
                  </a:lnTo>
                  <a:lnTo>
                    <a:pt x="1" y="173605"/>
                  </a:lnTo>
                  <a:lnTo>
                    <a:pt x="134001" y="173605"/>
                  </a:lnTo>
                  <a:lnTo>
                    <a:pt x="134001" y="34615"/>
                  </a:lnTo>
                  <a:lnTo>
                    <a:pt x="1340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342" name="Google Shape;16342;p40"/>
          <p:cNvPicPr preferRelativeResize="0"/>
          <p:nvPr/>
        </p:nvPicPr>
        <p:blipFill rotWithShape="1">
          <a:blip r:embed="rId3">
            <a:alphaModFix/>
          </a:blip>
          <a:srcRect b="0" l="57200" r="587" t="0"/>
          <a:stretch/>
        </p:blipFill>
        <p:spPr>
          <a:xfrm>
            <a:off x="1141618" y="838567"/>
            <a:ext cx="2512490" cy="3347958"/>
          </a:xfrm>
          <a:prstGeom prst="rect">
            <a:avLst/>
          </a:prstGeom>
          <a:noFill/>
          <a:ln>
            <a:noFill/>
          </a:ln>
        </p:spPr>
      </p:pic>
      <p:sp>
        <p:nvSpPr>
          <p:cNvPr id="16343" name="Google Shape;16343;p40"/>
          <p:cNvSpPr/>
          <p:nvPr/>
        </p:nvSpPr>
        <p:spPr>
          <a:xfrm>
            <a:off x="4139275" y="4407850"/>
            <a:ext cx="3040800" cy="80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47" name="Shape 16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8" name="Google Shape;16348;p41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does it work?</a:t>
            </a:r>
            <a:br>
              <a:rPr lang="en"/>
            </a:br>
            <a:r>
              <a:rPr lang="en"/>
              <a:t>(Software)</a:t>
            </a:r>
            <a:endParaRPr/>
          </a:p>
        </p:txBody>
      </p:sp>
      <p:sp>
        <p:nvSpPr>
          <p:cNvPr id="16349" name="Google Shape;16349;p41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 conditions of high humidity, the vent turns on.</a:t>
            </a:r>
            <a:endParaRPr/>
          </a:p>
        </p:txBody>
      </p:sp>
      <p:sp>
        <p:nvSpPr>
          <p:cNvPr id="16350" name="Google Shape;16350;p41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Poppins"/>
                <a:ea typeface="Poppins"/>
                <a:cs typeface="Poppins"/>
                <a:sym typeface="Poppins"/>
              </a:rPr>
              <a:t>High humidity</a:t>
            </a:r>
            <a:endParaRPr b="1"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51" name="Google Shape;16351;p41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When humidity drops, the vent remains on for a </a:t>
            </a:r>
            <a:r>
              <a:rPr lang="en" u="sng"/>
              <a:t>debounce time.</a:t>
            </a:r>
            <a:endParaRPr u="sng"/>
          </a:p>
        </p:txBody>
      </p:sp>
      <p:sp>
        <p:nvSpPr>
          <p:cNvPr id="16352" name="Google Shape;16352;p41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Poppins"/>
                <a:ea typeface="Poppins"/>
                <a:cs typeface="Poppins"/>
                <a:sym typeface="Poppins"/>
              </a:rPr>
              <a:t>Humidity drop</a:t>
            </a:r>
            <a:endParaRPr b="1"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53" name="Google Shape;16353;p41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After </a:t>
            </a:r>
            <a:r>
              <a:rPr lang="en" u="sng"/>
              <a:t>debounce time</a:t>
            </a:r>
            <a:r>
              <a:rPr lang="en"/>
              <a:t> elapsed, the vent system turns off.</a:t>
            </a:r>
            <a:endParaRPr/>
          </a:p>
        </p:txBody>
      </p:sp>
      <p:sp>
        <p:nvSpPr>
          <p:cNvPr id="16354" name="Google Shape;16354;p41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Humidity remains low</a:t>
            </a:r>
            <a:endParaRPr sz="1500"/>
          </a:p>
        </p:txBody>
      </p:sp>
      <p:grpSp>
        <p:nvGrpSpPr>
          <p:cNvPr id="16355" name="Google Shape;16355;p41"/>
          <p:cNvGrpSpPr/>
          <p:nvPr/>
        </p:nvGrpSpPr>
        <p:grpSpPr>
          <a:xfrm>
            <a:off x="7057842" y="2074705"/>
            <a:ext cx="379756" cy="379626"/>
            <a:chOff x="4722600" y="3310325"/>
            <a:chExt cx="439075" cy="438925"/>
          </a:xfrm>
        </p:grpSpPr>
        <p:sp>
          <p:nvSpPr>
            <p:cNvPr id="16356" name="Google Shape;16356;p41"/>
            <p:cNvSpPr/>
            <p:nvPr/>
          </p:nvSpPr>
          <p:spPr>
            <a:xfrm>
              <a:off x="5084500" y="3310325"/>
              <a:ext cx="77175" cy="438925"/>
            </a:xfrm>
            <a:custGeom>
              <a:rect b="b" l="l" r="r" t="t"/>
              <a:pathLst>
                <a:path extrusionOk="0" h="17557" w="3087">
                  <a:moveTo>
                    <a:pt x="2327" y="517"/>
                  </a:moveTo>
                  <a:lnTo>
                    <a:pt x="2327" y="1033"/>
                  </a:lnTo>
                  <a:lnTo>
                    <a:pt x="787" y="1033"/>
                  </a:lnTo>
                  <a:lnTo>
                    <a:pt x="787" y="517"/>
                  </a:lnTo>
                  <a:close/>
                  <a:moveTo>
                    <a:pt x="2327" y="1549"/>
                  </a:moveTo>
                  <a:lnTo>
                    <a:pt x="2327" y="3280"/>
                  </a:lnTo>
                  <a:lnTo>
                    <a:pt x="1844" y="4260"/>
                  </a:lnTo>
                  <a:cubicBezTo>
                    <a:pt x="1828" y="4293"/>
                    <a:pt x="1819" y="4329"/>
                    <a:pt x="1819" y="4373"/>
                  </a:cubicBezTo>
                  <a:lnTo>
                    <a:pt x="1819" y="7992"/>
                  </a:lnTo>
                  <a:lnTo>
                    <a:pt x="1303" y="7992"/>
                  </a:lnTo>
                  <a:lnTo>
                    <a:pt x="1303" y="4373"/>
                  </a:lnTo>
                  <a:cubicBezTo>
                    <a:pt x="1303" y="4329"/>
                    <a:pt x="1295" y="4293"/>
                    <a:pt x="1278" y="4260"/>
                  </a:cubicBezTo>
                  <a:lnTo>
                    <a:pt x="787" y="3280"/>
                  </a:lnTo>
                  <a:lnTo>
                    <a:pt x="787" y="1549"/>
                  </a:lnTo>
                  <a:close/>
                  <a:moveTo>
                    <a:pt x="2308" y="8508"/>
                  </a:moveTo>
                  <a:cubicBezTo>
                    <a:pt x="2421" y="8508"/>
                    <a:pt x="2537" y="8585"/>
                    <a:pt x="2562" y="8707"/>
                  </a:cubicBezTo>
                  <a:cubicBezTo>
                    <a:pt x="2597" y="8875"/>
                    <a:pt x="2474" y="9022"/>
                    <a:pt x="2316" y="9022"/>
                  </a:cubicBezTo>
                  <a:lnTo>
                    <a:pt x="770" y="9022"/>
                  </a:lnTo>
                  <a:cubicBezTo>
                    <a:pt x="613" y="9022"/>
                    <a:pt x="481" y="8875"/>
                    <a:pt x="516" y="8707"/>
                  </a:cubicBezTo>
                  <a:cubicBezTo>
                    <a:pt x="544" y="8585"/>
                    <a:pt x="657" y="8508"/>
                    <a:pt x="779" y="8508"/>
                  </a:cubicBezTo>
                  <a:close/>
                  <a:moveTo>
                    <a:pt x="2316" y="9538"/>
                  </a:moveTo>
                  <a:cubicBezTo>
                    <a:pt x="2457" y="9538"/>
                    <a:pt x="2570" y="9651"/>
                    <a:pt x="2570" y="9792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2"/>
                  </a:lnTo>
                  <a:cubicBezTo>
                    <a:pt x="516" y="9651"/>
                    <a:pt x="630" y="9538"/>
                    <a:pt x="770" y="9538"/>
                  </a:cubicBezTo>
                  <a:close/>
                  <a:moveTo>
                    <a:pt x="2570" y="15779"/>
                  </a:moveTo>
                  <a:lnTo>
                    <a:pt x="2570" y="16033"/>
                  </a:lnTo>
                  <a:cubicBezTo>
                    <a:pt x="2570" y="16597"/>
                    <a:pt x="2114" y="17061"/>
                    <a:pt x="1550" y="17061"/>
                  </a:cubicBezTo>
                  <a:cubicBezTo>
                    <a:pt x="1521" y="17061"/>
                    <a:pt x="1491" y="17059"/>
                    <a:pt x="1460" y="17057"/>
                  </a:cubicBezTo>
                  <a:cubicBezTo>
                    <a:pt x="919" y="17021"/>
                    <a:pt x="516" y="16557"/>
                    <a:pt x="516" y="16016"/>
                  </a:cubicBezTo>
                  <a:lnTo>
                    <a:pt x="516" y="15779"/>
                  </a:lnTo>
                  <a:close/>
                  <a:moveTo>
                    <a:pt x="533" y="1"/>
                  </a:moveTo>
                  <a:cubicBezTo>
                    <a:pt x="386" y="1"/>
                    <a:pt x="271" y="125"/>
                    <a:pt x="271" y="263"/>
                  </a:cubicBezTo>
                  <a:lnTo>
                    <a:pt x="271" y="3349"/>
                  </a:lnTo>
                  <a:cubicBezTo>
                    <a:pt x="271" y="3385"/>
                    <a:pt x="281" y="3429"/>
                    <a:pt x="298" y="3462"/>
                  </a:cubicBezTo>
                  <a:lnTo>
                    <a:pt x="787" y="4434"/>
                  </a:lnTo>
                  <a:lnTo>
                    <a:pt x="787" y="7992"/>
                  </a:lnTo>
                  <a:cubicBezTo>
                    <a:pt x="351" y="7992"/>
                    <a:pt x="0" y="8340"/>
                    <a:pt x="0" y="8778"/>
                  </a:cubicBezTo>
                  <a:cubicBezTo>
                    <a:pt x="0" y="8980"/>
                    <a:pt x="72" y="9162"/>
                    <a:pt x="202" y="9303"/>
                  </a:cubicBezTo>
                  <a:cubicBezTo>
                    <a:pt x="72" y="9441"/>
                    <a:pt x="0" y="9626"/>
                    <a:pt x="0" y="9836"/>
                  </a:cubicBezTo>
                  <a:lnTo>
                    <a:pt x="0" y="15989"/>
                  </a:lnTo>
                  <a:cubicBezTo>
                    <a:pt x="0" y="16795"/>
                    <a:pt x="657" y="17510"/>
                    <a:pt x="1452" y="17554"/>
                  </a:cubicBezTo>
                  <a:cubicBezTo>
                    <a:pt x="1483" y="17556"/>
                    <a:pt x="1514" y="17557"/>
                    <a:pt x="1545" y="17557"/>
                  </a:cubicBezTo>
                  <a:cubicBezTo>
                    <a:pt x="2395" y="17557"/>
                    <a:pt x="3086" y="16868"/>
                    <a:pt x="3086" y="16016"/>
                  </a:cubicBezTo>
                  <a:lnTo>
                    <a:pt x="3086" y="9836"/>
                  </a:lnTo>
                  <a:cubicBezTo>
                    <a:pt x="3086" y="9626"/>
                    <a:pt x="3009" y="9441"/>
                    <a:pt x="2885" y="9303"/>
                  </a:cubicBezTo>
                  <a:cubicBezTo>
                    <a:pt x="3009" y="9162"/>
                    <a:pt x="3086" y="8980"/>
                    <a:pt x="3086" y="8778"/>
                  </a:cubicBezTo>
                  <a:cubicBezTo>
                    <a:pt x="3086" y="8340"/>
                    <a:pt x="2728" y="7992"/>
                    <a:pt x="2300" y="7992"/>
                  </a:cubicBezTo>
                  <a:lnTo>
                    <a:pt x="2300" y="4434"/>
                  </a:lnTo>
                  <a:lnTo>
                    <a:pt x="2816" y="3462"/>
                  </a:lnTo>
                  <a:cubicBezTo>
                    <a:pt x="2832" y="3429"/>
                    <a:pt x="2841" y="3385"/>
                    <a:pt x="2841" y="3349"/>
                  </a:cubicBezTo>
                  <a:lnTo>
                    <a:pt x="2841" y="263"/>
                  </a:lnTo>
                  <a:cubicBezTo>
                    <a:pt x="2841" y="125"/>
                    <a:pt x="2728" y="1"/>
                    <a:pt x="2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41"/>
            <p:cNvSpPr/>
            <p:nvPr/>
          </p:nvSpPr>
          <p:spPr>
            <a:xfrm>
              <a:off x="4890650" y="34453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6" y="1"/>
                    <a:pt x="0" y="116"/>
                    <a:pt x="0" y="263"/>
                  </a:cubicBezTo>
                  <a:cubicBezTo>
                    <a:pt x="0" y="404"/>
                    <a:pt x="116" y="517"/>
                    <a:pt x="263" y="517"/>
                  </a:cubicBezTo>
                  <a:cubicBezTo>
                    <a:pt x="403" y="517"/>
                    <a:pt x="516" y="404"/>
                    <a:pt x="516" y="263"/>
                  </a:cubicBezTo>
                  <a:cubicBezTo>
                    <a:pt x="516" y="116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41"/>
            <p:cNvSpPr/>
            <p:nvPr/>
          </p:nvSpPr>
          <p:spPr>
            <a:xfrm>
              <a:off x="4851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0"/>
                  </a:moveTo>
                  <a:cubicBezTo>
                    <a:pt x="114" y="0"/>
                    <a:pt x="1" y="116"/>
                    <a:pt x="1" y="254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54"/>
                  </a:cubicBezTo>
                  <a:cubicBezTo>
                    <a:pt x="517" y="116"/>
                    <a:pt x="393" y="0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41"/>
            <p:cNvSpPr/>
            <p:nvPr/>
          </p:nvSpPr>
          <p:spPr>
            <a:xfrm>
              <a:off x="482315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395"/>
                    <a:pt x="114" y="509"/>
                    <a:pt x="263" y="509"/>
                  </a:cubicBezTo>
                  <a:cubicBezTo>
                    <a:pt x="403" y="509"/>
                    <a:pt x="516" y="395"/>
                    <a:pt x="516" y="255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41"/>
            <p:cNvSpPr/>
            <p:nvPr/>
          </p:nvSpPr>
          <p:spPr>
            <a:xfrm>
              <a:off x="481265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4" y="1"/>
                    <a:pt x="1" y="114"/>
                    <a:pt x="1" y="263"/>
                  </a:cubicBezTo>
                  <a:cubicBezTo>
                    <a:pt x="1" y="403"/>
                    <a:pt x="114" y="517"/>
                    <a:pt x="263" y="517"/>
                  </a:cubicBezTo>
                  <a:cubicBezTo>
                    <a:pt x="404" y="517"/>
                    <a:pt x="517" y="403"/>
                    <a:pt x="517" y="263"/>
                  </a:cubicBezTo>
                  <a:cubicBezTo>
                    <a:pt x="517" y="114"/>
                    <a:pt x="404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41"/>
            <p:cNvSpPr/>
            <p:nvPr/>
          </p:nvSpPr>
          <p:spPr>
            <a:xfrm>
              <a:off x="482315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14" y="1"/>
                    <a:pt x="0" y="114"/>
                    <a:pt x="0" y="254"/>
                  </a:cubicBezTo>
                  <a:cubicBezTo>
                    <a:pt x="0" y="393"/>
                    <a:pt x="114" y="506"/>
                    <a:pt x="263" y="506"/>
                  </a:cubicBezTo>
                  <a:cubicBezTo>
                    <a:pt x="403" y="506"/>
                    <a:pt x="516" y="393"/>
                    <a:pt x="516" y="254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41"/>
            <p:cNvSpPr/>
            <p:nvPr/>
          </p:nvSpPr>
          <p:spPr>
            <a:xfrm>
              <a:off x="4851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1"/>
                  </a:moveTo>
                  <a:cubicBezTo>
                    <a:pt x="114" y="1"/>
                    <a:pt x="1" y="116"/>
                    <a:pt x="1" y="263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63"/>
                  </a:cubicBezTo>
                  <a:cubicBezTo>
                    <a:pt x="517" y="116"/>
                    <a:pt x="393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41"/>
            <p:cNvSpPr/>
            <p:nvPr/>
          </p:nvSpPr>
          <p:spPr>
            <a:xfrm>
              <a:off x="4890650" y="3601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0"/>
                  </a:moveTo>
                  <a:cubicBezTo>
                    <a:pt x="116" y="0"/>
                    <a:pt x="0" y="116"/>
                    <a:pt x="0" y="254"/>
                  </a:cubicBezTo>
                  <a:cubicBezTo>
                    <a:pt x="0" y="403"/>
                    <a:pt x="116" y="516"/>
                    <a:pt x="263" y="516"/>
                  </a:cubicBezTo>
                  <a:cubicBezTo>
                    <a:pt x="403" y="516"/>
                    <a:pt x="516" y="403"/>
                    <a:pt x="516" y="254"/>
                  </a:cubicBezTo>
                  <a:cubicBezTo>
                    <a:pt x="516" y="116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41"/>
            <p:cNvSpPr/>
            <p:nvPr/>
          </p:nvSpPr>
          <p:spPr>
            <a:xfrm>
              <a:off x="4929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1"/>
                  </a:moveTo>
                  <a:cubicBezTo>
                    <a:pt x="114" y="1"/>
                    <a:pt x="0" y="116"/>
                    <a:pt x="0" y="263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63"/>
                  </a:cubicBezTo>
                  <a:cubicBezTo>
                    <a:pt x="517" y="116"/>
                    <a:pt x="395" y="1"/>
                    <a:pt x="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41"/>
            <p:cNvSpPr/>
            <p:nvPr/>
          </p:nvSpPr>
          <p:spPr>
            <a:xfrm>
              <a:off x="495820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22" y="1"/>
                    <a:pt x="0" y="114"/>
                    <a:pt x="0" y="254"/>
                  </a:cubicBezTo>
                  <a:cubicBezTo>
                    <a:pt x="0" y="393"/>
                    <a:pt x="122" y="506"/>
                    <a:pt x="263" y="506"/>
                  </a:cubicBezTo>
                  <a:cubicBezTo>
                    <a:pt x="403" y="506"/>
                    <a:pt x="517" y="393"/>
                    <a:pt x="517" y="254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41"/>
            <p:cNvSpPr/>
            <p:nvPr/>
          </p:nvSpPr>
          <p:spPr>
            <a:xfrm>
              <a:off x="496870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2" y="1"/>
                  </a:moveTo>
                  <a:cubicBezTo>
                    <a:pt x="113" y="1"/>
                    <a:pt x="0" y="114"/>
                    <a:pt x="0" y="263"/>
                  </a:cubicBezTo>
                  <a:cubicBezTo>
                    <a:pt x="0" y="403"/>
                    <a:pt x="113" y="517"/>
                    <a:pt x="262" y="517"/>
                  </a:cubicBezTo>
                  <a:cubicBezTo>
                    <a:pt x="403" y="517"/>
                    <a:pt x="516" y="403"/>
                    <a:pt x="516" y="263"/>
                  </a:cubicBezTo>
                  <a:cubicBezTo>
                    <a:pt x="516" y="114"/>
                    <a:pt x="403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41"/>
            <p:cNvSpPr/>
            <p:nvPr/>
          </p:nvSpPr>
          <p:spPr>
            <a:xfrm>
              <a:off x="495820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22" y="1"/>
                    <a:pt x="0" y="114"/>
                    <a:pt x="0" y="255"/>
                  </a:cubicBezTo>
                  <a:cubicBezTo>
                    <a:pt x="0" y="395"/>
                    <a:pt x="122" y="509"/>
                    <a:pt x="263" y="509"/>
                  </a:cubicBezTo>
                  <a:cubicBezTo>
                    <a:pt x="403" y="509"/>
                    <a:pt x="517" y="395"/>
                    <a:pt x="517" y="255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41"/>
            <p:cNvSpPr/>
            <p:nvPr/>
          </p:nvSpPr>
          <p:spPr>
            <a:xfrm>
              <a:off x="4929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0"/>
                  </a:moveTo>
                  <a:cubicBezTo>
                    <a:pt x="114" y="0"/>
                    <a:pt x="0" y="116"/>
                    <a:pt x="0" y="254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54"/>
                  </a:cubicBezTo>
                  <a:cubicBezTo>
                    <a:pt x="517" y="116"/>
                    <a:pt x="395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41"/>
            <p:cNvSpPr/>
            <p:nvPr/>
          </p:nvSpPr>
          <p:spPr>
            <a:xfrm>
              <a:off x="4722600" y="3355375"/>
              <a:ext cx="349025" cy="349025"/>
            </a:xfrm>
            <a:custGeom>
              <a:rect b="b" l="l" r="r" t="t"/>
              <a:pathLst>
                <a:path extrusionOk="0" h="13961" w="13961">
                  <a:moveTo>
                    <a:pt x="6985" y="517"/>
                  </a:moveTo>
                  <a:cubicBezTo>
                    <a:pt x="10543" y="517"/>
                    <a:pt x="13446" y="3418"/>
                    <a:pt x="13446" y="6985"/>
                  </a:cubicBezTo>
                  <a:cubicBezTo>
                    <a:pt x="13446" y="10543"/>
                    <a:pt x="10543" y="13444"/>
                    <a:pt x="6985" y="13444"/>
                  </a:cubicBezTo>
                  <a:cubicBezTo>
                    <a:pt x="3418" y="13444"/>
                    <a:pt x="517" y="10543"/>
                    <a:pt x="517" y="6985"/>
                  </a:cubicBezTo>
                  <a:cubicBezTo>
                    <a:pt x="517" y="3418"/>
                    <a:pt x="3418" y="517"/>
                    <a:pt x="6985" y="517"/>
                  </a:cubicBezTo>
                  <a:close/>
                  <a:moveTo>
                    <a:pt x="6985" y="1"/>
                  </a:moveTo>
                  <a:cubicBezTo>
                    <a:pt x="3139" y="1"/>
                    <a:pt x="1" y="3129"/>
                    <a:pt x="1" y="6985"/>
                  </a:cubicBezTo>
                  <a:cubicBezTo>
                    <a:pt x="1" y="10830"/>
                    <a:pt x="3139" y="13960"/>
                    <a:pt x="6985" y="13960"/>
                  </a:cubicBezTo>
                  <a:cubicBezTo>
                    <a:pt x="10832" y="13960"/>
                    <a:pt x="13960" y="10830"/>
                    <a:pt x="13960" y="6985"/>
                  </a:cubicBezTo>
                  <a:cubicBezTo>
                    <a:pt x="13960" y="3129"/>
                    <a:pt x="10832" y="1"/>
                    <a:pt x="6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41"/>
            <p:cNvSpPr/>
            <p:nvPr/>
          </p:nvSpPr>
          <p:spPr>
            <a:xfrm>
              <a:off x="4787075" y="3419850"/>
              <a:ext cx="220300" cy="220300"/>
            </a:xfrm>
            <a:custGeom>
              <a:rect b="b" l="l" r="r" t="t"/>
              <a:pathLst>
                <a:path extrusionOk="0" h="8812" w="8812">
                  <a:moveTo>
                    <a:pt x="4406" y="508"/>
                  </a:moveTo>
                  <a:cubicBezTo>
                    <a:pt x="6548" y="508"/>
                    <a:pt x="8297" y="2255"/>
                    <a:pt x="8297" y="4406"/>
                  </a:cubicBezTo>
                  <a:cubicBezTo>
                    <a:pt x="8297" y="6548"/>
                    <a:pt x="6548" y="8295"/>
                    <a:pt x="4406" y="8295"/>
                  </a:cubicBezTo>
                  <a:cubicBezTo>
                    <a:pt x="2255" y="8295"/>
                    <a:pt x="508" y="6548"/>
                    <a:pt x="508" y="4406"/>
                  </a:cubicBezTo>
                  <a:cubicBezTo>
                    <a:pt x="508" y="2255"/>
                    <a:pt x="2255" y="508"/>
                    <a:pt x="4406" y="508"/>
                  </a:cubicBezTo>
                  <a:close/>
                  <a:moveTo>
                    <a:pt x="4406" y="0"/>
                  </a:moveTo>
                  <a:cubicBezTo>
                    <a:pt x="1976" y="0"/>
                    <a:pt x="0" y="1976"/>
                    <a:pt x="0" y="4406"/>
                  </a:cubicBezTo>
                  <a:cubicBezTo>
                    <a:pt x="0" y="6827"/>
                    <a:pt x="1976" y="8811"/>
                    <a:pt x="4406" y="8811"/>
                  </a:cubicBezTo>
                  <a:cubicBezTo>
                    <a:pt x="6837" y="8811"/>
                    <a:pt x="8811" y="6827"/>
                    <a:pt x="8811" y="4406"/>
                  </a:cubicBezTo>
                  <a:cubicBezTo>
                    <a:pt x="8811" y="1976"/>
                    <a:pt x="6837" y="0"/>
                    <a:pt x="4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41"/>
            <p:cNvSpPr/>
            <p:nvPr/>
          </p:nvSpPr>
          <p:spPr>
            <a:xfrm>
              <a:off x="4890650" y="3471200"/>
              <a:ext cx="47900" cy="84825"/>
            </a:xfrm>
            <a:custGeom>
              <a:rect b="b" l="l" r="r" t="t"/>
              <a:pathLst>
                <a:path extrusionOk="0" h="3393" w="1916">
                  <a:moveTo>
                    <a:pt x="263" y="0"/>
                  </a:moveTo>
                  <a:cubicBezTo>
                    <a:pt x="116" y="0"/>
                    <a:pt x="0" y="113"/>
                    <a:pt x="0" y="254"/>
                  </a:cubicBezTo>
                  <a:lnTo>
                    <a:pt x="0" y="2352"/>
                  </a:lnTo>
                  <a:cubicBezTo>
                    <a:pt x="0" y="2440"/>
                    <a:pt x="53" y="2526"/>
                    <a:pt x="133" y="2570"/>
                  </a:cubicBezTo>
                  <a:lnTo>
                    <a:pt x="1496" y="3357"/>
                  </a:lnTo>
                  <a:cubicBezTo>
                    <a:pt x="1540" y="3384"/>
                    <a:pt x="1584" y="3392"/>
                    <a:pt x="1626" y="3392"/>
                  </a:cubicBezTo>
                  <a:cubicBezTo>
                    <a:pt x="1714" y="3392"/>
                    <a:pt x="1802" y="3348"/>
                    <a:pt x="1847" y="3260"/>
                  </a:cubicBezTo>
                  <a:cubicBezTo>
                    <a:pt x="1916" y="3139"/>
                    <a:pt x="1880" y="2981"/>
                    <a:pt x="1758" y="2912"/>
                  </a:cubicBezTo>
                  <a:lnTo>
                    <a:pt x="516" y="2203"/>
                  </a:lnTo>
                  <a:lnTo>
                    <a:pt x="516" y="254"/>
                  </a:lnTo>
                  <a:cubicBezTo>
                    <a:pt x="516" y="113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41"/>
            <p:cNvSpPr/>
            <p:nvPr/>
          </p:nvSpPr>
          <p:spPr>
            <a:xfrm>
              <a:off x="4761300" y="3394050"/>
              <a:ext cx="271675" cy="271650"/>
            </a:xfrm>
            <a:custGeom>
              <a:rect b="b" l="l" r="r" t="t"/>
              <a:pathLst>
                <a:path extrusionOk="0" h="10866" w="10867">
                  <a:moveTo>
                    <a:pt x="5437" y="0"/>
                  </a:moveTo>
                  <a:cubicBezTo>
                    <a:pt x="4178" y="0"/>
                    <a:pt x="2963" y="439"/>
                    <a:pt x="1994" y="1225"/>
                  </a:cubicBezTo>
                  <a:cubicBezTo>
                    <a:pt x="1881" y="1320"/>
                    <a:pt x="1862" y="1477"/>
                    <a:pt x="1958" y="1592"/>
                  </a:cubicBezTo>
                  <a:cubicBezTo>
                    <a:pt x="2008" y="1652"/>
                    <a:pt x="2083" y="1683"/>
                    <a:pt x="2157" y="1683"/>
                  </a:cubicBezTo>
                  <a:cubicBezTo>
                    <a:pt x="2214" y="1683"/>
                    <a:pt x="2271" y="1664"/>
                    <a:pt x="2317" y="1626"/>
                  </a:cubicBezTo>
                  <a:cubicBezTo>
                    <a:pt x="3192" y="911"/>
                    <a:pt x="4302" y="516"/>
                    <a:pt x="5437" y="516"/>
                  </a:cubicBezTo>
                  <a:cubicBezTo>
                    <a:pt x="8147" y="516"/>
                    <a:pt x="10358" y="2719"/>
                    <a:pt x="10358" y="5438"/>
                  </a:cubicBezTo>
                  <a:cubicBezTo>
                    <a:pt x="10358" y="8148"/>
                    <a:pt x="8147" y="10351"/>
                    <a:pt x="5437" y="10351"/>
                  </a:cubicBezTo>
                  <a:cubicBezTo>
                    <a:pt x="2720" y="10351"/>
                    <a:pt x="517" y="8148"/>
                    <a:pt x="517" y="5438"/>
                  </a:cubicBezTo>
                  <a:cubicBezTo>
                    <a:pt x="517" y="4301"/>
                    <a:pt x="909" y="3191"/>
                    <a:pt x="1627" y="2316"/>
                  </a:cubicBezTo>
                  <a:cubicBezTo>
                    <a:pt x="1713" y="2203"/>
                    <a:pt x="1704" y="2046"/>
                    <a:pt x="1591" y="1960"/>
                  </a:cubicBezTo>
                  <a:cubicBezTo>
                    <a:pt x="1541" y="1917"/>
                    <a:pt x="1483" y="1896"/>
                    <a:pt x="1426" y="1896"/>
                  </a:cubicBezTo>
                  <a:cubicBezTo>
                    <a:pt x="1353" y="1896"/>
                    <a:pt x="1282" y="1930"/>
                    <a:pt x="1232" y="1993"/>
                  </a:cubicBezTo>
                  <a:cubicBezTo>
                    <a:pt x="437" y="2956"/>
                    <a:pt x="1" y="4179"/>
                    <a:pt x="1" y="5438"/>
                  </a:cubicBezTo>
                  <a:cubicBezTo>
                    <a:pt x="1" y="8427"/>
                    <a:pt x="2439" y="10865"/>
                    <a:pt x="5437" y="10865"/>
                  </a:cubicBezTo>
                  <a:cubicBezTo>
                    <a:pt x="8426" y="10865"/>
                    <a:pt x="10866" y="8427"/>
                    <a:pt x="10866" y="5438"/>
                  </a:cubicBezTo>
                  <a:cubicBezTo>
                    <a:pt x="10866" y="2440"/>
                    <a:pt x="8426" y="0"/>
                    <a:pt x="54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3" name="Google Shape;16373;p41"/>
          <p:cNvGrpSpPr/>
          <p:nvPr/>
        </p:nvGrpSpPr>
        <p:grpSpPr>
          <a:xfrm>
            <a:off x="1717962" y="2074619"/>
            <a:ext cx="356642" cy="379778"/>
            <a:chOff x="2516350" y="4014450"/>
            <a:chExt cx="412350" cy="439100"/>
          </a:xfrm>
        </p:grpSpPr>
        <p:sp>
          <p:nvSpPr>
            <p:cNvPr id="16374" name="Google Shape;16374;p41"/>
            <p:cNvSpPr/>
            <p:nvPr/>
          </p:nvSpPr>
          <p:spPr>
            <a:xfrm>
              <a:off x="25163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20" y="517"/>
                  </a:moveTo>
                  <a:cubicBezTo>
                    <a:pt x="5339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36" y="6242"/>
                  </a:cubicBezTo>
                  <a:cubicBezTo>
                    <a:pt x="5287" y="6242"/>
                    <a:pt x="5173" y="6137"/>
                    <a:pt x="5173" y="5998"/>
                  </a:cubicBezTo>
                  <a:lnTo>
                    <a:pt x="5173" y="1295"/>
                  </a:lnTo>
                  <a:cubicBezTo>
                    <a:pt x="5173" y="1165"/>
                    <a:pt x="5077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7" y="1029"/>
                    <a:pt x="4657" y="1143"/>
                    <a:pt x="4657" y="1286"/>
                  </a:cubicBezTo>
                  <a:lnTo>
                    <a:pt x="4657" y="10981"/>
                  </a:lnTo>
                  <a:cubicBezTo>
                    <a:pt x="4657" y="11163"/>
                    <a:pt x="4544" y="11329"/>
                    <a:pt x="4362" y="11373"/>
                  </a:cubicBezTo>
                  <a:cubicBezTo>
                    <a:pt x="4330" y="11381"/>
                    <a:pt x="4299" y="11384"/>
                    <a:pt x="4269" y="11384"/>
                  </a:cubicBezTo>
                  <a:cubicBezTo>
                    <a:pt x="4053" y="11384"/>
                    <a:pt x="3871" y="11204"/>
                    <a:pt x="3871" y="10989"/>
                  </a:cubicBezTo>
                  <a:lnTo>
                    <a:pt x="3871" y="5979"/>
                  </a:lnTo>
                  <a:cubicBezTo>
                    <a:pt x="3871" y="5841"/>
                    <a:pt x="3757" y="5728"/>
                    <a:pt x="3619" y="5728"/>
                  </a:cubicBezTo>
                  <a:lnTo>
                    <a:pt x="2587" y="5728"/>
                  </a:lnTo>
                  <a:cubicBezTo>
                    <a:pt x="2446" y="5728"/>
                    <a:pt x="2333" y="5841"/>
                    <a:pt x="2333" y="5979"/>
                  </a:cubicBezTo>
                  <a:lnTo>
                    <a:pt x="2333" y="10981"/>
                  </a:lnTo>
                  <a:cubicBezTo>
                    <a:pt x="2333" y="11163"/>
                    <a:pt x="2211" y="11329"/>
                    <a:pt x="2027" y="11373"/>
                  </a:cubicBezTo>
                  <a:cubicBezTo>
                    <a:pt x="1995" y="11381"/>
                    <a:pt x="1964" y="11384"/>
                    <a:pt x="1934" y="11384"/>
                  </a:cubicBezTo>
                  <a:cubicBezTo>
                    <a:pt x="1718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58" y="2606"/>
                    <a:pt x="1336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5" y="2572"/>
                    <a:pt x="1030" y="2688"/>
                    <a:pt x="1030" y="2824"/>
                  </a:cubicBezTo>
                  <a:lnTo>
                    <a:pt x="1030" y="5971"/>
                  </a:lnTo>
                  <a:cubicBezTo>
                    <a:pt x="1030" y="6095"/>
                    <a:pt x="944" y="6208"/>
                    <a:pt x="829" y="6233"/>
                  </a:cubicBezTo>
                  <a:cubicBezTo>
                    <a:pt x="809" y="6238"/>
                    <a:pt x="790" y="6240"/>
                    <a:pt x="771" y="6240"/>
                  </a:cubicBezTo>
                  <a:cubicBezTo>
                    <a:pt x="630" y="6240"/>
                    <a:pt x="514" y="6127"/>
                    <a:pt x="514" y="5979"/>
                  </a:cubicBezTo>
                  <a:lnTo>
                    <a:pt x="514" y="1286"/>
                  </a:lnTo>
                  <a:cubicBezTo>
                    <a:pt x="514" y="858"/>
                    <a:pt x="856" y="517"/>
                    <a:pt x="1284" y="517"/>
                  </a:cubicBezTo>
                  <a:close/>
                  <a:moveTo>
                    <a:pt x="795" y="0"/>
                  </a:moveTo>
                  <a:cubicBezTo>
                    <a:pt x="357" y="0"/>
                    <a:pt x="0" y="351"/>
                    <a:pt x="0" y="787"/>
                  </a:cubicBezTo>
                  <a:lnTo>
                    <a:pt x="0" y="6147"/>
                  </a:lnTo>
                  <a:cubicBezTo>
                    <a:pt x="0" y="6286"/>
                    <a:pt x="61" y="6426"/>
                    <a:pt x="174" y="6514"/>
                  </a:cubicBezTo>
                  <a:cubicBezTo>
                    <a:pt x="369" y="6680"/>
                    <a:pt x="577" y="6753"/>
                    <a:pt x="769" y="6753"/>
                  </a:cubicBezTo>
                  <a:cubicBezTo>
                    <a:pt x="860" y="6753"/>
                    <a:pt x="948" y="6736"/>
                    <a:pt x="1030" y="6705"/>
                  </a:cubicBezTo>
                  <a:lnTo>
                    <a:pt x="1030" y="10972"/>
                  </a:lnTo>
                  <a:cubicBezTo>
                    <a:pt x="1030" y="11434"/>
                    <a:pt x="1364" y="11837"/>
                    <a:pt x="1817" y="11889"/>
                  </a:cubicBezTo>
                  <a:cubicBezTo>
                    <a:pt x="1857" y="11894"/>
                    <a:pt x="1897" y="11897"/>
                    <a:pt x="1935" y="11897"/>
                  </a:cubicBezTo>
                  <a:cubicBezTo>
                    <a:pt x="2441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8" y="11897"/>
                  </a:cubicBezTo>
                  <a:cubicBezTo>
                    <a:pt x="4767" y="11897"/>
                    <a:pt x="5173" y="11492"/>
                    <a:pt x="5173" y="10989"/>
                  </a:cubicBezTo>
                  <a:lnTo>
                    <a:pt x="5173" y="6714"/>
                  </a:lnTo>
                  <a:cubicBezTo>
                    <a:pt x="5253" y="6741"/>
                    <a:pt x="5339" y="6749"/>
                    <a:pt x="5436" y="6749"/>
                  </a:cubicBezTo>
                  <a:cubicBezTo>
                    <a:pt x="5864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41"/>
            <p:cNvSpPr/>
            <p:nvPr/>
          </p:nvSpPr>
          <p:spPr>
            <a:xfrm>
              <a:off x="2542100" y="4181650"/>
              <a:ext cx="12700" cy="25825"/>
            </a:xfrm>
            <a:custGeom>
              <a:rect b="b" l="l" r="r" t="t"/>
              <a:pathLst>
                <a:path extrusionOk="0" h="1033" w="508">
                  <a:moveTo>
                    <a:pt x="254" y="0"/>
                  </a:moveTo>
                  <a:cubicBezTo>
                    <a:pt x="113" y="0"/>
                    <a:pt x="0" y="122"/>
                    <a:pt x="0" y="262"/>
                  </a:cubicBezTo>
                  <a:lnTo>
                    <a:pt x="0" y="779"/>
                  </a:lnTo>
                  <a:cubicBezTo>
                    <a:pt x="0" y="917"/>
                    <a:pt x="113" y="1032"/>
                    <a:pt x="254" y="1032"/>
                  </a:cubicBezTo>
                  <a:cubicBezTo>
                    <a:pt x="394" y="1032"/>
                    <a:pt x="508" y="917"/>
                    <a:pt x="508" y="779"/>
                  </a:cubicBezTo>
                  <a:lnTo>
                    <a:pt x="508" y="262"/>
                  </a:lnTo>
                  <a:cubicBezTo>
                    <a:pt x="508" y="122"/>
                    <a:pt x="394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41"/>
            <p:cNvSpPr/>
            <p:nvPr/>
          </p:nvSpPr>
          <p:spPr>
            <a:xfrm>
              <a:off x="2549125" y="4053150"/>
              <a:ext cx="89800" cy="90075"/>
            </a:xfrm>
            <a:custGeom>
              <a:rect b="b" l="l" r="r" t="t"/>
              <a:pathLst>
                <a:path extrusionOk="0" h="3603" w="3592">
                  <a:moveTo>
                    <a:pt x="1792" y="516"/>
                  </a:moveTo>
                  <a:cubicBezTo>
                    <a:pt x="2507" y="516"/>
                    <a:pt x="3084" y="1093"/>
                    <a:pt x="3084" y="1800"/>
                  </a:cubicBezTo>
                  <a:cubicBezTo>
                    <a:pt x="3084" y="2509"/>
                    <a:pt x="2507" y="3086"/>
                    <a:pt x="1792" y="3086"/>
                  </a:cubicBezTo>
                  <a:cubicBezTo>
                    <a:pt x="1083" y="3086"/>
                    <a:pt x="506" y="2509"/>
                    <a:pt x="506" y="1800"/>
                  </a:cubicBezTo>
                  <a:cubicBezTo>
                    <a:pt x="506" y="1093"/>
                    <a:pt x="1083" y="516"/>
                    <a:pt x="1792" y="516"/>
                  </a:cubicBezTo>
                  <a:close/>
                  <a:moveTo>
                    <a:pt x="1792" y="0"/>
                  </a:moveTo>
                  <a:cubicBezTo>
                    <a:pt x="804" y="0"/>
                    <a:pt x="0" y="804"/>
                    <a:pt x="0" y="1800"/>
                  </a:cubicBezTo>
                  <a:cubicBezTo>
                    <a:pt x="0" y="2788"/>
                    <a:pt x="804" y="3602"/>
                    <a:pt x="1792" y="3602"/>
                  </a:cubicBezTo>
                  <a:cubicBezTo>
                    <a:pt x="2788" y="3602"/>
                    <a:pt x="3592" y="2788"/>
                    <a:pt x="3592" y="1800"/>
                  </a:cubicBezTo>
                  <a:cubicBezTo>
                    <a:pt x="3592" y="804"/>
                    <a:pt x="2788" y="0"/>
                    <a:pt x="17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41"/>
            <p:cNvSpPr/>
            <p:nvPr/>
          </p:nvSpPr>
          <p:spPr>
            <a:xfrm>
              <a:off x="27735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11" y="517"/>
                  </a:moveTo>
                  <a:cubicBezTo>
                    <a:pt x="5341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27" y="6242"/>
                  </a:cubicBezTo>
                  <a:cubicBezTo>
                    <a:pt x="5289" y="6242"/>
                    <a:pt x="5174" y="6137"/>
                    <a:pt x="5174" y="5998"/>
                  </a:cubicBezTo>
                  <a:lnTo>
                    <a:pt x="5174" y="1295"/>
                  </a:lnTo>
                  <a:cubicBezTo>
                    <a:pt x="5174" y="1165"/>
                    <a:pt x="5079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8" y="1029"/>
                    <a:pt x="4660" y="1143"/>
                    <a:pt x="4660" y="1286"/>
                  </a:cubicBezTo>
                  <a:lnTo>
                    <a:pt x="4660" y="10981"/>
                  </a:lnTo>
                  <a:cubicBezTo>
                    <a:pt x="4660" y="11163"/>
                    <a:pt x="4536" y="11329"/>
                    <a:pt x="4362" y="11373"/>
                  </a:cubicBezTo>
                  <a:cubicBezTo>
                    <a:pt x="4329" y="11381"/>
                    <a:pt x="4298" y="11384"/>
                    <a:pt x="4267" y="11384"/>
                  </a:cubicBezTo>
                  <a:cubicBezTo>
                    <a:pt x="4047" y="11384"/>
                    <a:pt x="3873" y="11204"/>
                    <a:pt x="3873" y="10989"/>
                  </a:cubicBezTo>
                  <a:lnTo>
                    <a:pt x="3873" y="5979"/>
                  </a:lnTo>
                  <a:cubicBezTo>
                    <a:pt x="3873" y="5841"/>
                    <a:pt x="3758" y="5728"/>
                    <a:pt x="3611" y="5728"/>
                  </a:cubicBezTo>
                  <a:lnTo>
                    <a:pt x="2587" y="5728"/>
                  </a:lnTo>
                  <a:cubicBezTo>
                    <a:pt x="2438" y="5728"/>
                    <a:pt x="2325" y="5841"/>
                    <a:pt x="2325" y="5979"/>
                  </a:cubicBezTo>
                  <a:lnTo>
                    <a:pt x="2325" y="10981"/>
                  </a:lnTo>
                  <a:cubicBezTo>
                    <a:pt x="2325" y="11163"/>
                    <a:pt x="2211" y="11329"/>
                    <a:pt x="2027" y="11373"/>
                  </a:cubicBezTo>
                  <a:cubicBezTo>
                    <a:pt x="1996" y="11381"/>
                    <a:pt x="1965" y="11384"/>
                    <a:pt x="1935" y="11384"/>
                  </a:cubicBezTo>
                  <a:cubicBezTo>
                    <a:pt x="1720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60" y="2606"/>
                    <a:pt x="1337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4" y="2572"/>
                    <a:pt x="1022" y="2688"/>
                    <a:pt x="1022" y="2824"/>
                  </a:cubicBezTo>
                  <a:lnTo>
                    <a:pt x="1022" y="5971"/>
                  </a:lnTo>
                  <a:cubicBezTo>
                    <a:pt x="1022" y="6095"/>
                    <a:pt x="944" y="6208"/>
                    <a:pt x="820" y="6233"/>
                  </a:cubicBezTo>
                  <a:cubicBezTo>
                    <a:pt x="801" y="6238"/>
                    <a:pt x="781" y="6240"/>
                    <a:pt x="763" y="6240"/>
                  </a:cubicBezTo>
                  <a:cubicBezTo>
                    <a:pt x="622" y="6240"/>
                    <a:pt x="506" y="6127"/>
                    <a:pt x="506" y="5979"/>
                  </a:cubicBezTo>
                  <a:lnTo>
                    <a:pt x="506" y="1286"/>
                  </a:lnTo>
                  <a:cubicBezTo>
                    <a:pt x="506" y="858"/>
                    <a:pt x="856" y="517"/>
                    <a:pt x="1284" y="517"/>
                  </a:cubicBezTo>
                  <a:close/>
                  <a:moveTo>
                    <a:pt x="787" y="0"/>
                  </a:moveTo>
                  <a:cubicBezTo>
                    <a:pt x="348" y="0"/>
                    <a:pt x="0" y="351"/>
                    <a:pt x="0" y="787"/>
                  </a:cubicBezTo>
                  <a:lnTo>
                    <a:pt x="0" y="6137"/>
                  </a:lnTo>
                  <a:cubicBezTo>
                    <a:pt x="0" y="6261"/>
                    <a:pt x="69" y="6426"/>
                    <a:pt x="158" y="6504"/>
                  </a:cubicBezTo>
                  <a:cubicBezTo>
                    <a:pt x="359" y="6677"/>
                    <a:pt x="570" y="6753"/>
                    <a:pt x="763" y="6753"/>
                  </a:cubicBezTo>
                  <a:cubicBezTo>
                    <a:pt x="854" y="6753"/>
                    <a:pt x="941" y="6736"/>
                    <a:pt x="1022" y="6705"/>
                  </a:cubicBezTo>
                  <a:lnTo>
                    <a:pt x="1022" y="10972"/>
                  </a:lnTo>
                  <a:cubicBezTo>
                    <a:pt x="1022" y="11434"/>
                    <a:pt x="1364" y="11837"/>
                    <a:pt x="1817" y="11889"/>
                  </a:cubicBezTo>
                  <a:cubicBezTo>
                    <a:pt x="1856" y="11894"/>
                    <a:pt x="1896" y="11897"/>
                    <a:pt x="1934" y="11897"/>
                  </a:cubicBezTo>
                  <a:cubicBezTo>
                    <a:pt x="2434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9" y="11897"/>
                  </a:cubicBezTo>
                  <a:cubicBezTo>
                    <a:pt x="4767" y="11897"/>
                    <a:pt x="5174" y="11492"/>
                    <a:pt x="5174" y="10989"/>
                  </a:cubicBezTo>
                  <a:lnTo>
                    <a:pt x="5174" y="6714"/>
                  </a:lnTo>
                  <a:cubicBezTo>
                    <a:pt x="5253" y="6741"/>
                    <a:pt x="5341" y="6749"/>
                    <a:pt x="5427" y="6749"/>
                  </a:cubicBezTo>
                  <a:cubicBezTo>
                    <a:pt x="5866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41"/>
            <p:cNvSpPr/>
            <p:nvPr/>
          </p:nvSpPr>
          <p:spPr>
            <a:xfrm>
              <a:off x="2799075" y="4181775"/>
              <a:ext cx="12925" cy="25725"/>
            </a:xfrm>
            <a:custGeom>
              <a:rect b="b" l="l" r="r" t="t"/>
              <a:pathLst>
                <a:path extrusionOk="0" h="1029" w="517">
                  <a:moveTo>
                    <a:pt x="271" y="0"/>
                  </a:moveTo>
                  <a:cubicBezTo>
                    <a:pt x="257" y="0"/>
                    <a:pt x="243" y="1"/>
                    <a:pt x="230" y="4"/>
                  </a:cubicBezTo>
                  <a:cubicBezTo>
                    <a:pt x="97" y="12"/>
                    <a:pt x="1" y="136"/>
                    <a:pt x="1" y="266"/>
                  </a:cubicBezTo>
                  <a:lnTo>
                    <a:pt x="1" y="765"/>
                  </a:lnTo>
                  <a:cubicBezTo>
                    <a:pt x="1" y="895"/>
                    <a:pt x="97" y="1009"/>
                    <a:pt x="230" y="1027"/>
                  </a:cubicBezTo>
                  <a:cubicBezTo>
                    <a:pt x="239" y="1028"/>
                    <a:pt x="249" y="1029"/>
                    <a:pt x="259" y="1029"/>
                  </a:cubicBezTo>
                  <a:cubicBezTo>
                    <a:pt x="403" y="1029"/>
                    <a:pt x="517" y="913"/>
                    <a:pt x="517" y="774"/>
                  </a:cubicBezTo>
                  <a:lnTo>
                    <a:pt x="517" y="257"/>
                  </a:lnTo>
                  <a:cubicBezTo>
                    <a:pt x="517" y="114"/>
                    <a:pt x="409" y="0"/>
                    <a:pt x="2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41"/>
            <p:cNvSpPr/>
            <p:nvPr/>
          </p:nvSpPr>
          <p:spPr>
            <a:xfrm>
              <a:off x="2806100" y="4053150"/>
              <a:ext cx="89825" cy="90075"/>
            </a:xfrm>
            <a:custGeom>
              <a:rect b="b" l="l" r="r" t="t"/>
              <a:pathLst>
                <a:path extrusionOk="0" h="3603" w="3593">
                  <a:moveTo>
                    <a:pt x="1801" y="516"/>
                  </a:moveTo>
                  <a:cubicBezTo>
                    <a:pt x="2508" y="516"/>
                    <a:pt x="3085" y="1093"/>
                    <a:pt x="3085" y="1800"/>
                  </a:cubicBezTo>
                  <a:cubicBezTo>
                    <a:pt x="3085" y="2509"/>
                    <a:pt x="2508" y="3086"/>
                    <a:pt x="1801" y="3086"/>
                  </a:cubicBezTo>
                  <a:cubicBezTo>
                    <a:pt x="1083" y="3086"/>
                    <a:pt x="507" y="2509"/>
                    <a:pt x="507" y="1800"/>
                  </a:cubicBezTo>
                  <a:cubicBezTo>
                    <a:pt x="507" y="1093"/>
                    <a:pt x="1083" y="516"/>
                    <a:pt x="1801" y="516"/>
                  </a:cubicBezTo>
                  <a:close/>
                  <a:moveTo>
                    <a:pt x="1801" y="0"/>
                  </a:moveTo>
                  <a:cubicBezTo>
                    <a:pt x="804" y="0"/>
                    <a:pt x="1" y="804"/>
                    <a:pt x="1" y="1800"/>
                  </a:cubicBezTo>
                  <a:cubicBezTo>
                    <a:pt x="1" y="2788"/>
                    <a:pt x="804" y="3602"/>
                    <a:pt x="1801" y="3602"/>
                  </a:cubicBezTo>
                  <a:cubicBezTo>
                    <a:pt x="2789" y="3602"/>
                    <a:pt x="3593" y="2788"/>
                    <a:pt x="3593" y="1800"/>
                  </a:cubicBezTo>
                  <a:cubicBezTo>
                    <a:pt x="3593" y="804"/>
                    <a:pt x="2789" y="0"/>
                    <a:pt x="1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41"/>
            <p:cNvSpPr/>
            <p:nvPr/>
          </p:nvSpPr>
          <p:spPr>
            <a:xfrm>
              <a:off x="2683500" y="4014450"/>
              <a:ext cx="77175" cy="439100"/>
            </a:xfrm>
            <a:custGeom>
              <a:rect b="b" l="l" r="r" t="t"/>
              <a:pathLst>
                <a:path extrusionOk="0" h="17564" w="3087">
                  <a:moveTo>
                    <a:pt x="2299" y="516"/>
                  </a:moveTo>
                  <a:lnTo>
                    <a:pt x="2299" y="1032"/>
                  </a:lnTo>
                  <a:lnTo>
                    <a:pt x="751" y="1032"/>
                  </a:lnTo>
                  <a:lnTo>
                    <a:pt x="751" y="516"/>
                  </a:lnTo>
                  <a:close/>
                  <a:moveTo>
                    <a:pt x="2299" y="1548"/>
                  </a:moveTo>
                  <a:lnTo>
                    <a:pt x="2299" y="3279"/>
                  </a:lnTo>
                  <a:lnTo>
                    <a:pt x="1811" y="4259"/>
                  </a:lnTo>
                  <a:cubicBezTo>
                    <a:pt x="1792" y="4292"/>
                    <a:pt x="1783" y="4328"/>
                    <a:pt x="1783" y="4372"/>
                  </a:cubicBezTo>
                  <a:lnTo>
                    <a:pt x="1783" y="7991"/>
                  </a:lnTo>
                  <a:lnTo>
                    <a:pt x="1267" y="7991"/>
                  </a:lnTo>
                  <a:lnTo>
                    <a:pt x="1267" y="4372"/>
                  </a:lnTo>
                  <a:cubicBezTo>
                    <a:pt x="1267" y="4328"/>
                    <a:pt x="1259" y="4292"/>
                    <a:pt x="1242" y="4259"/>
                  </a:cubicBezTo>
                  <a:lnTo>
                    <a:pt x="751" y="3279"/>
                  </a:lnTo>
                  <a:lnTo>
                    <a:pt x="751" y="1548"/>
                  </a:lnTo>
                  <a:close/>
                  <a:moveTo>
                    <a:pt x="2299" y="8507"/>
                  </a:moveTo>
                  <a:cubicBezTo>
                    <a:pt x="2421" y="8507"/>
                    <a:pt x="2534" y="8585"/>
                    <a:pt x="2562" y="8706"/>
                  </a:cubicBezTo>
                  <a:cubicBezTo>
                    <a:pt x="2597" y="8874"/>
                    <a:pt x="2465" y="9021"/>
                    <a:pt x="2308" y="9021"/>
                  </a:cubicBezTo>
                  <a:lnTo>
                    <a:pt x="762" y="9021"/>
                  </a:lnTo>
                  <a:cubicBezTo>
                    <a:pt x="604" y="9021"/>
                    <a:pt x="472" y="8874"/>
                    <a:pt x="516" y="8706"/>
                  </a:cubicBezTo>
                  <a:cubicBezTo>
                    <a:pt x="541" y="8593"/>
                    <a:pt x="646" y="8507"/>
                    <a:pt x="770" y="8507"/>
                  </a:cubicBezTo>
                  <a:close/>
                  <a:moveTo>
                    <a:pt x="2316" y="9537"/>
                  </a:moveTo>
                  <a:cubicBezTo>
                    <a:pt x="2457" y="9537"/>
                    <a:pt x="2570" y="9650"/>
                    <a:pt x="2570" y="9791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1"/>
                  </a:lnTo>
                  <a:cubicBezTo>
                    <a:pt x="516" y="9650"/>
                    <a:pt x="629" y="9537"/>
                    <a:pt x="770" y="9537"/>
                  </a:cubicBezTo>
                  <a:close/>
                  <a:moveTo>
                    <a:pt x="2570" y="15778"/>
                  </a:moveTo>
                  <a:lnTo>
                    <a:pt x="2570" y="16032"/>
                  </a:lnTo>
                  <a:cubicBezTo>
                    <a:pt x="2570" y="16601"/>
                    <a:pt x="2105" y="17067"/>
                    <a:pt x="1537" y="17067"/>
                  </a:cubicBezTo>
                  <a:cubicBezTo>
                    <a:pt x="1511" y="17067"/>
                    <a:pt x="1486" y="17066"/>
                    <a:pt x="1460" y="17064"/>
                  </a:cubicBezTo>
                  <a:cubicBezTo>
                    <a:pt x="919" y="17020"/>
                    <a:pt x="516" y="16557"/>
                    <a:pt x="516" y="16015"/>
                  </a:cubicBezTo>
                  <a:lnTo>
                    <a:pt x="516" y="15778"/>
                  </a:lnTo>
                  <a:close/>
                  <a:moveTo>
                    <a:pt x="499" y="0"/>
                  </a:moveTo>
                  <a:cubicBezTo>
                    <a:pt x="350" y="0"/>
                    <a:pt x="237" y="124"/>
                    <a:pt x="237" y="262"/>
                  </a:cubicBezTo>
                  <a:lnTo>
                    <a:pt x="237" y="3348"/>
                  </a:lnTo>
                  <a:cubicBezTo>
                    <a:pt x="237" y="3384"/>
                    <a:pt x="246" y="3428"/>
                    <a:pt x="271" y="3462"/>
                  </a:cubicBezTo>
                  <a:lnTo>
                    <a:pt x="787" y="4441"/>
                  </a:lnTo>
                  <a:lnTo>
                    <a:pt x="787" y="7991"/>
                  </a:lnTo>
                  <a:cubicBezTo>
                    <a:pt x="350" y="7991"/>
                    <a:pt x="0" y="8350"/>
                    <a:pt x="0" y="8778"/>
                  </a:cubicBezTo>
                  <a:cubicBezTo>
                    <a:pt x="0" y="8979"/>
                    <a:pt x="69" y="9162"/>
                    <a:pt x="201" y="9302"/>
                  </a:cubicBezTo>
                  <a:cubicBezTo>
                    <a:pt x="69" y="9441"/>
                    <a:pt x="0" y="9625"/>
                    <a:pt x="0" y="9835"/>
                  </a:cubicBezTo>
                  <a:lnTo>
                    <a:pt x="0" y="15988"/>
                  </a:lnTo>
                  <a:cubicBezTo>
                    <a:pt x="0" y="16794"/>
                    <a:pt x="657" y="17518"/>
                    <a:pt x="1452" y="17562"/>
                  </a:cubicBezTo>
                  <a:cubicBezTo>
                    <a:pt x="1478" y="17563"/>
                    <a:pt x="1505" y="17564"/>
                    <a:pt x="1531" y="17564"/>
                  </a:cubicBezTo>
                  <a:cubicBezTo>
                    <a:pt x="2387" y="17564"/>
                    <a:pt x="3086" y="16873"/>
                    <a:pt x="3086" y="16015"/>
                  </a:cubicBezTo>
                  <a:lnTo>
                    <a:pt x="3086" y="9835"/>
                  </a:lnTo>
                  <a:cubicBezTo>
                    <a:pt x="3086" y="9625"/>
                    <a:pt x="3006" y="9441"/>
                    <a:pt x="2885" y="9302"/>
                  </a:cubicBezTo>
                  <a:cubicBezTo>
                    <a:pt x="3006" y="9162"/>
                    <a:pt x="3086" y="8979"/>
                    <a:pt x="3086" y="8778"/>
                  </a:cubicBezTo>
                  <a:cubicBezTo>
                    <a:pt x="3086" y="8350"/>
                    <a:pt x="2727" y="7991"/>
                    <a:pt x="2299" y="7991"/>
                  </a:cubicBezTo>
                  <a:lnTo>
                    <a:pt x="2299" y="4441"/>
                  </a:lnTo>
                  <a:lnTo>
                    <a:pt x="2780" y="3462"/>
                  </a:lnTo>
                  <a:cubicBezTo>
                    <a:pt x="2797" y="3428"/>
                    <a:pt x="2807" y="3384"/>
                    <a:pt x="2807" y="3348"/>
                  </a:cubicBezTo>
                  <a:lnTo>
                    <a:pt x="2807" y="262"/>
                  </a:lnTo>
                  <a:cubicBezTo>
                    <a:pt x="2807" y="124"/>
                    <a:pt x="2692" y="0"/>
                    <a:pt x="2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1" name="Google Shape;16381;p41"/>
          <p:cNvGrpSpPr/>
          <p:nvPr/>
        </p:nvGrpSpPr>
        <p:grpSpPr>
          <a:xfrm>
            <a:off x="4421612" y="2074727"/>
            <a:ext cx="289223" cy="379605"/>
            <a:chOff x="4031175" y="2589350"/>
            <a:chExt cx="334400" cy="438900"/>
          </a:xfrm>
        </p:grpSpPr>
        <p:sp>
          <p:nvSpPr>
            <p:cNvPr id="16382" name="Google Shape;16382;p41"/>
            <p:cNvSpPr/>
            <p:nvPr/>
          </p:nvSpPr>
          <p:spPr>
            <a:xfrm>
              <a:off x="4031175" y="2589450"/>
              <a:ext cx="167175" cy="438800"/>
            </a:xfrm>
            <a:custGeom>
              <a:rect b="b" l="l" r="r" t="t"/>
              <a:pathLst>
                <a:path extrusionOk="0" h="17552" w="6687">
                  <a:moveTo>
                    <a:pt x="2063" y="506"/>
                  </a:moveTo>
                  <a:lnTo>
                    <a:pt x="2063" y="2054"/>
                  </a:lnTo>
                  <a:lnTo>
                    <a:pt x="517" y="2054"/>
                  </a:lnTo>
                  <a:lnTo>
                    <a:pt x="517" y="506"/>
                  </a:lnTo>
                  <a:close/>
                  <a:moveTo>
                    <a:pt x="4117" y="506"/>
                  </a:moveTo>
                  <a:lnTo>
                    <a:pt x="4117" y="2054"/>
                  </a:lnTo>
                  <a:lnTo>
                    <a:pt x="2579" y="2054"/>
                  </a:lnTo>
                  <a:lnTo>
                    <a:pt x="2579" y="506"/>
                  </a:lnTo>
                  <a:close/>
                  <a:moveTo>
                    <a:pt x="6181" y="506"/>
                  </a:moveTo>
                  <a:lnTo>
                    <a:pt x="6181" y="2054"/>
                  </a:lnTo>
                  <a:lnTo>
                    <a:pt x="4633" y="2054"/>
                  </a:lnTo>
                  <a:lnTo>
                    <a:pt x="4633" y="506"/>
                  </a:lnTo>
                  <a:close/>
                  <a:moveTo>
                    <a:pt x="4904" y="8295"/>
                  </a:moveTo>
                  <a:lnTo>
                    <a:pt x="4904" y="8811"/>
                  </a:lnTo>
                  <a:lnTo>
                    <a:pt x="1820" y="8811"/>
                  </a:lnTo>
                  <a:lnTo>
                    <a:pt x="1820" y="8295"/>
                  </a:lnTo>
                  <a:close/>
                  <a:moveTo>
                    <a:pt x="4904" y="9325"/>
                  </a:moveTo>
                  <a:lnTo>
                    <a:pt x="4904" y="9833"/>
                  </a:lnTo>
                  <a:lnTo>
                    <a:pt x="1820" y="9833"/>
                  </a:lnTo>
                  <a:lnTo>
                    <a:pt x="1820" y="9325"/>
                  </a:lnTo>
                  <a:close/>
                  <a:moveTo>
                    <a:pt x="4904" y="10349"/>
                  </a:moveTo>
                  <a:lnTo>
                    <a:pt x="4904" y="10865"/>
                  </a:lnTo>
                  <a:lnTo>
                    <a:pt x="1820" y="10865"/>
                  </a:lnTo>
                  <a:lnTo>
                    <a:pt x="1820" y="10349"/>
                  </a:lnTo>
                  <a:close/>
                  <a:moveTo>
                    <a:pt x="4904" y="11381"/>
                  </a:moveTo>
                  <a:lnTo>
                    <a:pt x="4904" y="11895"/>
                  </a:lnTo>
                  <a:lnTo>
                    <a:pt x="1820" y="11895"/>
                  </a:lnTo>
                  <a:lnTo>
                    <a:pt x="1820" y="11381"/>
                  </a:lnTo>
                  <a:close/>
                  <a:moveTo>
                    <a:pt x="4904" y="12411"/>
                  </a:moveTo>
                  <a:lnTo>
                    <a:pt x="4904" y="12919"/>
                  </a:lnTo>
                  <a:lnTo>
                    <a:pt x="1820" y="12919"/>
                  </a:lnTo>
                  <a:lnTo>
                    <a:pt x="1820" y="12411"/>
                  </a:lnTo>
                  <a:close/>
                  <a:moveTo>
                    <a:pt x="4904" y="13435"/>
                  </a:moveTo>
                  <a:lnTo>
                    <a:pt x="4904" y="13951"/>
                  </a:lnTo>
                  <a:lnTo>
                    <a:pt x="1820" y="13951"/>
                  </a:lnTo>
                  <a:lnTo>
                    <a:pt x="1820" y="13435"/>
                  </a:lnTo>
                  <a:close/>
                  <a:moveTo>
                    <a:pt x="4904" y="14465"/>
                  </a:moveTo>
                  <a:lnTo>
                    <a:pt x="4904" y="14981"/>
                  </a:lnTo>
                  <a:lnTo>
                    <a:pt x="1820" y="14981"/>
                  </a:lnTo>
                  <a:lnTo>
                    <a:pt x="1820" y="14465"/>
                  </a:lnTo>
                  <a:close/>
                  <a:moveTo>
                    <a:pt x="4904" y="15497"/>
                  </a:moveTo>
                  <a:lnTo>
                    <a:pt x="4904" y="16005"/>
                  </a:lnTo>
                  <a:lnTo>
                    <a:pt x="1820" y="16005"/>
                  </a:lnTo>
                  <a:lnTo>
                    <a:pt x="1820" y="15497"/>
                  </a:lnTo>
                  <a:close/>
                  <a:moveTo>
                    <a:pt x="4730" y="16521"/>
                  </a:moveTo>
                  <a:lnTo>
                    <a:pt x="4476" y="17035"/>
                  </a:lnTo>
                  <a:lnTo>
                    <a:pt x="2221" y="17035"/>
                  </a:lnTo>
                  <a:lnTo>
                    <a:pt x="1967" y="16521"/>
                  </a:lnTo>
                  <a:close/>
                  <a:moveTo>
                    <a:pt x="263" y="0"/>
                  </a:moveTo>
                  <a:cubicBezTo>
                    <a:pt x="123" y="0"/>
                    <a:pt x="1" y="113"/>
                    <a:pt x="1" y="252"/>
                  </a:cubicBezTo>
                  <a:lnTo>
                    <a:pt x="1" y="2308"/>
                  </a:lnTo>
                  <a:cubicBezTo>
                    <a:pt x="1" y="2455"/>
                    <a:pt x="123" y="2570"/>
                    <a:pt x="263" y="2570"/>
                  </a:cubicBezTo>
                  <a:lnTo>
                    <a:pt x="1033" y="2570"/>
                  </a:lnTo>
                  <a:lnTo>
                    <a:pt x="1033" y="4649"/>
                  </a:lnTo>
                  <a:cubicBezTo>
                    <a:pt x="1033" y="4773"/>
                    <a:pt x="1111" y="4886"/>
                    <a:pt x="1232" y="4911"/>
                  </a:cubicBezTo>
                  <a:cubicBezTo>
                    <a:pt x="1251" y="4915"/>
                    <a:pt x="1270" y="4917"/>
                    <a:pt x="1288" y="4917"/>
                  </a:cubicBezTo>
                  <a:cubicBezTo>
                    <a:pt x="1431" y="4917"/>
                    <a:pt x="1547" y="4797"/>
                    <a:pt x="1547" y="4658"/>
                  </a:cubicBezTo>
                  <a:lnTo>
                    <a:pt x="1547" y="2570"/>
                  </a:lnTo>
                  <a:lnTo>
                    <a:pt x="5149" y="2570"/>
                  </a:lnTo>
                  <a:lnTo>
                    <a:pt x="5149" y="7779"/>
                  </a:lnTo>
                  <a:lnTo>
                    <a:pt x="1547" y="7779"/>
                  </a:lnTo>
                  <a:lnTo>
                    <a:pt x="1547" y="5698"/>
                  </a:lnTo>
                  <a:cubicBezTo>
                    <a:pt x="1547" y="5576"/>
                    <a:pt x="1469" y="5463"/>
                    <a:pt x="1348" y="5436"/>
                  </a:cubicBezTo>
                  <a:cubicBezTo>
                    <a:pt x="1329" y="5432"/>
                    <a:pt x="1310" y="5430"/>
                    <a:pt x="1292" y="5430"/>
                  </a:cubicBezTo>
                  <a:cubicBezTo>
                    <a:pt x="1149" y="5430"/>
                    <a:pt x="1033" y="5543"/>
                    <a:pt x="1033" y="5690"/>
                  </a:cubicBezTo>
                  <a:lnTo>
                    <a:pt x="1033" y="8025"/>
                  </a:lnTo>
                  <a:cubicBezTo>
                    <a:pt x="1033" y="8163"/>
                    <a:pt x="1146" y="8276"/>
                    <a:pt x="1312" y="8276"/>
                  </a:cubicBezTo>
                  <a:lnTo>
                    <a:pt x="1312" y="8792"/>
                  </a:lnTo>
                  <a:cubicBezTo>
                    <a:pt x="1146" y="8792"/>
                    <a:pt x="1033" y="8906"/>
                    <a:pt x="1033" y="9046"/>
                  </a:cubicBezTo>
                  <a:cubicBezTo>
                    <a:pt x="1033" y="9187"/>
                    <a:pt x="1146" y="9309"/>
                    <a:pt x="1312" y="9309"/>
                  </a:cubicBezTo>
                  <a:lnTo>
                    <a:pt x="1312" y="9816"/>
                  </a:lnTo>
                  <a:cubicBezTo>
                    <a:pt x="1146" y="9816"/>
                    <a:pt x="1033" y="9938"/>
                    <a:pt x="1033" y="10078"/>
                  </a:cubicBezTo>
                  <a:cubicBezTo>
                    <a:pt x="1033" y="10217"/>
                    <a:pt x="1146" y="10332"/>
                    <a:pt x="1312" y="10332"/>
                  </a:cubicBezTo>
                  <a:lnTo>
                    <a:pt x="1312" y="10846"/>
                  </a:lnTo>
                  <a:cubicBezTo>
                    <a:pt x="1146" y="10846"/>
                    <a:pt x="1033" y="10962"/>
                    <a:pt x="1033" y="11109"/>
                  </a:cubicBezTo>
                  <a:cubicBezTo>
                    <a:pt x="1033" y="11249"/>
                    <a:pt x="1146" y="11362"/>
                    <a:pt x="1312" y="11362"/>
                  </a:cubicBezTo>
                  <a:lnTo>
                    <a:pt x="1312" y="11878"/>
                  </a:lnTo>
                  <a:cubicBezTo>
                    <a:pt x="1146" y="11878"/>
                    <a:pt x="1033" y="11992"/>
                    <a:pt x="1033" y="12132"/>
                  </a:cubicBezTo>
                  <a:cubicBezTo>
                    <a:pt x="1033" y="12273"/>
                    <a:pt x="1146" y="12395"/>
                    <a:pt x="1312" y="12395"/>
                  </a:cubicBezTo>
                  <a:lnTo>
                    <a:pt x="1312" y="12902"/>
                  </a:lnTo>
                  <a:cubicBezTo>
                    <a:pt x="1146" y="12902"/>
                    <a:pt x="1033" y="13024"/>
                    <a:pt x="1033" y="13165"/>
                  </a:cubicBezTo>
                  <a:cubicBezTo>
                    <a:pt x="1033" y="13303"/>
                    <a:pt x="1146" y="13416"/>
                    <a:pt x="1312" y="13416"/>
                  </a:cubicBezTo>
                  <a:lnTo>
                    <a:pt x="1312" y="13932"/>
                  </a:lnTo>
                  <a:cubicBezTo>
                    <a:pt x="1146" y="13932"/>
                    <a:pt x="1033" y="14046"/>
                    <a:pt x="1033" y="14195"/>
                  </a:cubicBezTo>
                  <a:cubicBezTo>
                    <a:pt x="1033" y="14335"/>
                    <a:pt x="1146" y="14448"/>
                    <a:pt x="1312" y="14448"/>
                  </a:cubicBezTo>
                  <a:lnTo>
                    <a:pt x="1312" y="14965"/>
                  </a:lnTo>
                  <a:cubicBezTo>
                    <a:pt x="1146" y="14965"/>
                    <a:pt x="1033" y="15078"/>
                    <a:pt x="1033" y="15218"/>
                  </a:cubicBezTo>
                  <a:cubicBezTo>
                    <a:pt x="1033" y="15357"/>
                    <a:pt x="1146" y="15481"/>
                    <a:pt x="1312" y="15481"/>
                  </a:cubicBezTo>
                  <a:lnTo>
                    <a:pt x="1312" y="15986"/>
                  </a:lnTo>
                  <a:cubicBezTo>
                    <a:pt x="1146" y="15986"/>
                    <a:pt x="1033" y="16110"/>
                    <a:pt x="1033" y="16248"/>
                  </a:cubicBezTo>
                  <a:cubicBezTo>
                    <a:pt x="1033" y="16389"/>
                    <a:pt x="1146" y="16502"/>
                    <a:pt x="1295" y="16521"/>
                  </a:cubicBezTo>
                  <a:lnTo>
                    <a:pt x="1390" y="16521"/>
                  </a:lnTo>
                  <a:lnTo>
                    <a:pt x="1837" y="17394"/>
                  </a:lnTo>
                  <a:cubicBezTo>
                    <a:pt x="1872" y="17482"/>
                    <a:pt x="1967" y="17534"/>
                    <a:pt x="2063" y="17551"/>
                  </a:cubicBezTo>
                  <a:lnTo>
                    <a:pt x="4633" y="17551"/>
                  </a:lnTo>
                  <a:cubicBezTo>
                    <a:pt x="4730" y="17534"/>
                    <a:pt x="4818" y="17482"/>
                    <a:pt x="4862" y="17394"/>
                  </a:cubicBezTo>
                  <a:lnTo>
                    <a:pt x="5307" y="16521"/>
                  </a:lnTo>
                  <a:lnTo>
                    <a:pt x="5395" y="16521"/>
                  </a:lnTo>
                  <a:cubicBezTo>
                    <a:pt x="5508" y="16521"/>
                    <a:pt x="5613" y="16450"/>
                    <a:pt x="5649" y="16345"/>
                  </a:cubicBezTo>
                  <a:cubicBezTo>
                    <a:pt x="5709" y="16171"/>
                    <a:pt x="5569" y="16005"/>
                    <a:pt x="5386" y="16005"/>
                  </a:cubicBezTo>
                  <a:lnTo>
                    <a:pt x="5386" y="15497"/>
                  </a:lnTo>
                  <a:cubicBezTo>
                    <a:pt x="5544" y="15497"/>
                    <a:pt x="5665" y="15376"/>
                    <a:pt x="5665" y="15235"/>
                  </a:cubicBezTo>
                  <a:cubicBezTo>
                    <a:pt x="5665" y="15095"/>
                    <a:pt x="5544" y="14981"/>
                    <a:pt x="5386" y="14981"/>
                  </a:cubicBezTo>
                  <a:lnTo>
                    <a:pt x="5386" y="14465"/>
                  </a:lnTo>
                  <a:cubicBezTo>
                    <a:pt x="5544" y="14465"/>
                    <a:pt x="5665" y="14352"/>
                    <a:pt x="5665" y="14213"/>
                  </a:cubicBezTo>
                  <a:cubicBezTo>
                    <a:pt x="5665" y="14065"/>
                    <a:pt x="5544" y="13951"/>
                    <a:pt x="5386" y="13951"/>
                  </a:cubicBezTo>
                  <a:lnTo>
                    <a:pt x="5386" y="13435"/>
                  </a:lnTo>
                  <a:cubicBezTo>
                    <a:pt x="5544" y="13435"/>
                    <a:pt x="5665" y="13322"/>
                    <a:pt x="5665" y="13181"/>
                  </a:cubicBezTo>
                  <a:cubicBezTo>
                    <a:pt x="5665" y="13041"/>
                    <a:pt x="5544" y="12919"/>
                    <a:pt x="5386" y="12919"/>
                  </a:cubicBezTo>
                  <a:lnTo>
                    <a:pt x="5386" y="12411"/>
                  </a:lnTo>
                  <a:cubicBezTo>
                    <a:pt x="5544" y="12411"/>
                    <a:pt x="5665" y="12290"/>
                    <a:pt x="5665" y="12149"/>
                  </a:cubicBezTo>
                  <a:cubicBezTo>
                    <a:pt x="5665" y="12011"/>
                    <a:pt x="5544" y="11895"/>
                    <a:pt x="5386" y="11895"/>
                  </a:cubicBezTo>
                  <a:lnTo>
                    <a:pt x="5386" y="11381"/>
                  </a:lnTo>
                  <a:cubicBezTo>
                    <a:pt x="5544" y="11381"/>
                    <a:pt x="5665" y="11266"/>
                    <a:pt x="5665" y="11119"/>
                  </a:cubicBezTo>
                  <a:cubicBezTo>
                    <a:pt x="5665" y="10978"/>
                    <a:pt x="5544" y="10865"/>
                    <a:pt x="5386" y="10865"/>
                  </a:cubicBezTo>
                  <a:lnTo>
                    <a:pt x="5386" y="10349"/>
                  </a:lnTo>
                  <a:cubicBezTo>
                    <a:pt x="5544" y="10349"/>
                    <a:pt x="5665" y="10236"/>
                    <a:pt x="5665" y="10095"/>
                  </a:cubicBezTo>
                  <a:cubicBezTo>
                    <a:pt x="5665" y="9955"/>
                    <a:pt x="5544" y="9833"/>
                    <a:pt x="5386" y="9833"/>
                  </a:cubicBezTo>
                  <a:lnTo>
                    <a:pt x="5386" y="9325"/>
                  </a:lnTo>
                  <a:cubicBezTo>
                    <a:pt x="5544" y="9325"/>
                    <a:pt x="5665" y="9204"/>
                    <a:pt x="5665" y="9063"/>
                  </a:cubicBezTo>
                  <a:cubicBezTo>
                    <a:pt x="5665" y="8925"/>
                    <a:pt x="5544" y="8811"/>
                    <a:pt x="5386" y="8811"/>
                  </a:cubicBezTo>
                  <a:lnTo>
                    <a:pt x="5386" y="8295"/>
                  </a:lnTo>
                  <a:cubicBezTo>
                    <a:pt x="5544" y="8295"/>
                    <a:pt x="5665" y="8182"/>
                    <a:pt x="5665" y="8033"/>
                  </a:cubicBezTo>
                  <a:lnTo>
                    <a:pt x="5665" y="2570"/>
                  </a:lnTo>
                  <a:lnTo>
                    <a:pt x="6435" y="2570"/>
                  </a:lnTo>
                  <a:cubicBezTo>
                    <a:pt x="6574" y="2570"/>
                    <a:pt x="6687" y="2455"/>
                    <a:pt x="6687" y="2308"/>
                  </a:cubicBezTo>
                  <a:lnTo>
                    <a:pt x="6687" y="252"/>
                  </a:lnTo>
                  <a:cubicBezTo>
                    <a:pt x="6687" y="113"/>
                    <a:pt x="6574" y="0"/>
                    <a:pt x="64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41"/>
            <p:cNvSpPr/>
            <p:nvPr/>
          </p:nvSpPr>
          <p:spPr>
            <a:xfrm>
              <a:off x="4198325" y="2589350"/>
              <a:ext cx="167250" cy="438900"/>
            </a:xfrm>
            <a:custGeom>
              <a:rect b="b" l="l" r="r" t="t"/>
              <a:pathLst>
                <a:path extrusionOk="0" h="17556" w="6690">
                  <a:moveTo>
                    <a:pt x="4478" y="510"/>
                  </a:moveTo>
                  <a:lnTo>
                    <a:pt x="4732" y="1026"/>
                  </a:lnTo>
                  <a:lnTo>
                    <a:pt x="1960" y="1026"/>
                  </a:lnTo>
                  <a:lnTo>
                    <a:pt x="2223" y="510"/>
                  </a:lnTo>
                  <a:close/>
                  <a:moveTo>
                    <a:pt x="4906" y="1542"/>
                  </a:moveTo>
                  <a:lnTo>
                    <a:pt x="4906" y="2058"/>
                  </a:lnTo>
                  <a:lnTo>
                    <a:pt x="1820" y="2058"/>
                  </a:lnTo>
                  <a:lnTo>
                    <a:pt x="1820" y="1542"/>
                  </a:lnTo>
                  <a:close/>
                  <a:moveTo>
                    <a:pt x="4906" y="2574"/>
                  </a:moveTo>
                  <a:lnTo>
                    <a:pt x="4906" y="3088"/>
                  </a:lnTo>
                  <a:lnTo>
                    <a:pt x="1820" y="3088"/>
                  </a:lnTo>
                  <a:lnTo>
                    <a:pt x="1820" y="2574"/>
                  </a:lnTo>
                  <a:close/>
                  <a:moveTo>
                    <a:pt x="4906" y="3604"/>
                  </a:moveTo>
                  <a:lnTo>
                    <a:pt x="4906" y="4112"/>
                  </a:lnTo>
                  <a:lnTo>
                    <a:pt x="1820" y="4112"/>
                  </a:lnTo>
                  <a:lnTo>
                    <a:pt x="1820" y="3604"/>
                  </a:lnTo>
                  <a:close/>
                  <a:moveTo>
                    <a:pt x="4906" y="4628"/>
                  </a:moveTo>
                  <a:lnTo>
                    <a:pt x="4906" y="5144"/>
                  </a:lnTo>
                  <a:lnTo>
                    <a:pt x="1820" y="5144"/>
                  </a:lnTo>
                  <a:lnTo>
                    <a:pt x="1820" y="4628"/>
                  </a:lnTo>
                  <a:close/>
                  <a:moveTo>
                    <a:pt x="4906" y="5658"/>
                  </a:moveTo>
                  <a:lnTo>
                    <a:pt x="4906" y="6174"/>
                  </a:lnTo>
                  <a:lnTo>
                    <a:pt x="1820" y="6174"/>
                  </a:lnTo>
                  <a:lnTo>
                    <a:pt x="1820" y="5658"/>
                  </a:lnTo>
                  <a:close/>
                  <a:moveTo>
                    <a:pt x="4906" y="6690"/>
                  </a:moveTo>
                  <a:lnTo>
                    <a:pt x="4906" y="7198"/>
                  </a:lnTo>
                  <a:lnTo>
                    <a:pt x="1820" y="7198"/>
                  </a:lnTo>
                  <a:lnTo>
                    <a:pt x="1820" y="6690"/>
                  </a:lnTo>
                  <a:close/>
                  <a:moveTo>
                    <a:pt x="4906" y="7714"/>
                  </a:moveTo>
                  <a:lnTo>
                    <a:pt x="4906" y="8228"/>
                  </a:lnTo>
                  <a:lnTo>
                    <a:pt x="1820" y="8228"/>
                  </a:lnTo>
                  <a:lnTo>
                    <a:pt x="1820" y="7714"/>
                  </a:lnTo>
                  <a:close/>
                  <a:moveTo>
                    <a:pt x="4906" y="8744"/>
                  </a:moveTo>
                  <a:lnTo>
                    <a:pt x="4906" y="9260"/>
                  </a:lnTo>
                  <a:lnTo>
                    <a:pt x="1820" y="9260"/>
                  </a:lnTo>
                  <a:lnTo>
                    <a:pt x="1820" y="8744"/>
                  </a:lnTo>
                  <a:close/>
                  <a:moveTo>
                    <a:pt x="2065" y="15501"/>
                  </a:moveTo>
                  <a:lnTo>
                    <a:pt x="2065" y="17039"/>
                  </a:lnTo>
                  <a:lnTo>
                    <a:pt x="517" y="17039"/>
                  </a:lnTo>
                  <a:lnTo>
                    <a:pt x="517" y="15501"/>
                  </a:lnTo>
                  <a:close/>
                  <a:moveTo>
                    <a:pt x="4119" y="15501"/>
                  </a:moveTo>
                  <a:lnTo>
                    <a:pt x="4119" y="17039"/>
                  </a:lnTo>
                  <a:lnTo>
                    <a:pt x="2581" y="17039"/>
                  </a:lnTo>
                  <a:lnTo>
                    <a:pt x="2581" y="15501"/>
                  </a:lnTo>
                  <a:close/>
                  <a:moveTo>
                    <a:pt x="6173" y="15501"/>
                  </a:moveTo>
                  <a:lnTo>
                    <a:pt x="6173" y="17039"/>
                  </a:lnTo>
                  <a:lnTo>
                    <a:pt x="4635" y="17039"/>
                  </a:lnTo>
                  <a:lnTo>
                    <a:pt x="4635" y="15501"/>
                  </a:lnTo>
                  <a:close/>
                  <a:moveTo>
                    <a:pt x="2026" y="0"/>
                  </a:moveTo>
                  <a:cubicBezTo>
                    <a:pt x="1943" y="0"/>
                    <a:pt x="1866" y="50"/>
                    <a:pt x="1828" y="126"/>
                  </a:cubicBezTo>
                  <a:lnTo>
                    <a:pt x="1392" y="1026"/>
                  </a:lnTo>
                  <a:lnTo>
                    <a:pt x="1287" y="1026"/>
                  </a:lnTo>
                  <a:cubicBezTo>
                    <a:pt x="1278" y="1025"/>
                    <a:pt x="1270" y="1024"/>
                    <a:pt x="1261" y="1024"/>
                  </a:cubicBezTo>
                  <a:cubicBezTo>
                    <a:pt x="1133" y="1024"/>
                    <a:pt x="1033" y="1140"/>
                    <a:pt x="1033" y="1271"/>
                  </a:cubicBezTo>
                  <a:cubicBezTo>
                    <a:pt x="1033" y="1410"/>
                    <a:pt x="1146" y="1525"/>
                    <a:pt x="1304" y="1525"/>
                  </a:cubicBezTo>
                  <a:lnTo>
                    <a:pt x="1304" y="2039"/>
                  </a:lnTo>
                  <a:cubicBezTo>
                    <a:pt x="1146" y="2039"/>
                    <a:pt x="1033" y="2155"/>
                    <a:pt x="1033" y="2293"/>
                  </a:cubicBezTo>
                  <a:cubicBezTo>
                    <a:pt x="1033" y="2442"/>
                    <a:pt x="1146" y="2555"/>
                    <a:pt x="1304" y="2555"/>
                  </a:cubicBezTo>
                  <a:lnTo>
                    <a:pt x="1304" y="3071"/>
                  </a:lnTo>
                  <a:cubicBezTo>
                    <a:pt x="1146" y="3071"/>
                    <a:pt x="1033" y="3185"/>
                    <a:pt x="1033" y="3325"/>
                  </a:cubicBezTo>
                  <a:cubicBezTo>
                    <a:pt x="1033" y="3466"/>
                    <a:pt x="1146" y="3587"/>
                    <a:pt x="1304" y="3587"/>
                  </a:cubicBezTo>
                  <a:lnTo>
                    <a:pt x="1304" y="4095"/>
                  </a:lnTo>
                  <a:cubicBezTo>
                    <a:pt x="1146" y="4095"/>
                    <a:pt x="1033" y="4217"/>
                    <a:pt x="1033" y="4357"/>
                  </a:cubicBezTo>
                  <a:cubicBezTo>
                    <a:pt x="1033" y="4496"/>
                    <a:pt x="1146" y="4609"/>
                    <a:pt x="1304" y="4609"/>
                  </a:cubicBezTo>
                  <a:lnTo>
                    <a:pt x="1304" y="5125"/>
                  </a:lnTo>
                  <a:cubicBezTo>
                    <a:pt x="1146" y="5125"/>
                    <a:pt x="1033" y="5238"/>
                    <a:pt x="1033" y="5379"/>
                  </a:cubicBezTo>
                  <a:cubicBezTo>
                    <a:pt x="1033" y="5528"/>
                    <a:pt x="1146" y="5641"/>
                    <a:pt x="1304" y="5641"/>
                  </a:cubicBezTo>
                  <a:lnTo>
                    <a:pt x="1304" y="6157"/>
                  </a:lnTo>
                  <a:cubicBezTo>
                    <a:pt x="1146" y="6157"/>
                    <a:pt x="1033" y="6271"/>
                    <a:pt x="1033" y="6411"/>
                  </a:cubicBezTo>
                  <a:cubicBezTo>
                    <a:pt x="1033" y="6550"/>
                    <a:pt x="1146" y="6673"/>
                    <a:pt x="1304" y="6673"/>
                  </a:cubicBezTo>
                  <a:lnTo>
                    <a:pt x="1304" y="7179"/>
                  </a:lnTo>
                  <a:cubicBezTo>
                    <a:pt x="1146" y="7179"/>
                    <a:pt x="1033" y="7303"/>
                    <a:pt x="1033" y="7441"/>
                  </a:cubicBezTo>
                  <a:cubicBezTo>
                    <a:pt x="1033" y="7582"/>
                    <a:pt x="1146" y="7695"/>
                    <a:pt x="1304" y="7695"/>
                  </a:cubicBezTo>
                  <a:lnTo>
                    <a:pt x="1304" y="8211"/>
                  </a:lnTo>
                  <a:cubicBezTo>
                    <a:pt x="1146" y="8211"/>
                    <a:pt x="1033" y="8324"/>
                    <a:pt x="1033" y="8473"/>
                  </a:cubicBezTo>
                  <a:cubicBezTo>
                    <a:pt x="1033" y="8614"/>
                    <a:pt x="1146" y="8727"/>
                    <a:pt x="1304" y="8727"/>
                  </a:cubicBezTo>
                  <a:lnTo>
                    <a:pt x="1304" y="9243"/>
                  </a:lnTo>
                  <a:cubicBezTo>
                    <a:pt x="1146" y="9243"/>
                    <a:pt x="1033" y="9357"/>
                    <a:pt x="1033" y="9497"/>
                  </a:cubicBezTo>
                  <a:lnTo>
                    <a:pt x="1033" y="11838"/>
                  </a:lnTo>
                  <a:cubicBezTo>
                    <a:pt x="1033" y="11962"/>
                    <a:pt x="1113" y="12076"/>
                    <a:pt x="1235" y="12101"/>
                  </a:cubicBezTo>
                  <a:cubicBezTo>
                    <a:pt x="1253" y="12105"/>
                    <a:pt x="1271" y="12107"/>
                    <a:pt x="1289" y="12107"/>
                  </a:cubicBezTo>
                  <a:cubicBezTo>
                    <a:pt x="1432" y="12107"/>
                    <a:pt x="1549" y="11987"/>
                    <a:pt x="1549" y="11847"/>
                  </a:cubicBezTo>
                  <a:lnTo>
                    <a:pt x="1549" y="9776"/>
                  </a:lnTo>
                  <a:lnTo>
                    <a:pt x="5151" y="9776"/>
                  </a:lnTo>
                  <a:lnTo>
                    <a:pt x="5151" y="14985"/>
                  </a:lnTo>
                  <a:lnTo>
                    <a:pt x="1549" y="14985"/>
                  </a:lnTo>
                  <a:lnTo>
                    <a:pt x="1549" y="12896"/>
                  </a:lnTo>
                  <a:cubicBezTo>
                    <a:pt x="1549" y="12774"/>
                    <a:pt x="1470" y="12669"/>
                    <a:pt x="1348" y="12644"/>
                  </a:cubicBezTo>
                  <a:cubicBezTo>
                    <a:pt x="1328" y="12640"/>
                    <a:pt x="1309" y="12638"/>
                    <a:pt x="1290" y="12638"/>
                  </a:cubicBezTo>
                  <a:cubicBezTo>
                    <a:pt x="1149" y="12638"/>
                    <a:pt x="1033" y="12749"/>
                    <a:pt x="1033" y="12887"/>
                  </a:cubicBezTo>
                  <a:lnTo>
                    <a:pt x="1033" y="14985"/>
                  </a:lnTo>
                  <a:lnTo>
                    <a:pt x="263" y="14985"/>
                  </a:lnTo>
                  <a:cubicBezTo>
                    <a:pt x="125" y="14985"/>
                    <a:pt x="1" y="15099"/>
                    <a:pt x="1" y="15239"/>
                  </a:cubicBezTo>
                  <a:lnTo>
                    <a:pt x="1" y="17301"/>
                  </a:lnTo>
                  <a:cubicBezTo>
                    <a:pt x="1" y="17442"/>
                    <a:pt x="125" y="17555"/>
                    <a:pt x="263" y="17555"/>
                  </a:cubicBezTo>
                  <a:lnTo>
                    <a:pt x="6435" y="17555"/>
                  </a:lnTo>
                  <a:cubicBezTo>
                    <a:pt x="6576" y="17555"/>
                    <a:pt x="6689" y="17442"/>
                    <a:pt x="6689" y="17301"/>
                  </a:cubicBezTo>
                  <a:lnTo>
                    <a:pt x="6689" y="15239"/>
                  </a:lnTo>
                  <a:cubicBezTo>
                    <a:pt x="6689" y="15099"/>
                    <a:pt x="6576" y="14985"/>
                    <a:pt x="6435" y="14985"/>
                  </a:cubicBezTo>
                  <a:lnTo>
                    <a:pt x="5665" y="14985"/>
                  </a:lnTo>
                  <a:lnTo>
                    <a:pt x="5665" y="9514"/>
                  </a:lnTo>
                  <a:cubicBezTo>
                    <a:pt x="5665" y="9373"/>
                    <a:pt x="5544" y="9260"/>
                    <a:pt x="5386" y="9260"/>
                  </a:cubicBezTo>
                  <a:lnTo>
                    <a:pt x="5386" y="8744"/>
                  </a:lnTo>
                  <a:cubicBezTo>
                    <a:pt x="5544" y="8744"/>
                    <a:pt x="5665" y="8631"/>
                    <a:pt x="5665" y="8482"/>
                  </a:cubicBezTo>
                  <a:cubicBezTo>
                    <a:pt x="5665" y="8343"/>
                    <a:pt x="5544" y="8228"/>
                    <a:pt x="5386" y="8228"/>
                  </a:cubicBezTo>
                  <a:lnTo>
                    <a:pt x="5386" y="7714"/>
                  </a:lnTo>
                  <a:cubicBezTo>
                    <a:pt x="5544" y="7714"/>
                    <a:pt x="5665" y="7599"/>
                    <a:pt x="5665" y="7460"/>
                  </a:cubicBezTo>
                  <a:cubicBezTo>
                    <a:pt x="5665" y="7320"/>
                    <a:pt x="5544" y="7198"/>
                    <a:pt x="5386" y="7198"/>
                  </a:cubicBezTo>
                  <a:lnTo>
                    <a:pt x="5386" y="6690"/>
                  </a:lnTo>
                  <a:cubicBezTo>
                    <a:pt x="5544" y="6690"/>
                    <a:pt x="5665" y="6569"/>
                    <a:pt x="5665" y="6428"/>
                  </a:cubicBezTo>
                  <a:cubicBezTo>
                    <a:pt x="5665" y="6287"/>
                    <a:pt x="5544" y="6174"/>
                    <a:pt x="5386" y="6174"/>
                  </a:cubicBezTo>
                  <a:lnTo>
                    <a:pt x="5386" y="5658"/>
                  </a:lnTo>
                  <a:cubicBezTo>
                    <a:pt x="5544" y="5658"/>
                    <a:pt x="5665" y="5545"/>
                    <a:pt x="5665" y="5396"/>
                  </a:cubicBezTo>
                  <a:cubicBezTo>
                    <a:pt x="5665" y="5257"/>
                    <a:pt x="5544" y="5144"/>
                    <a:pt x="5386" y="5144"/>
                  </a:cubicBezTo>
                  <a:lnTo>
                    <a:pt x="5386" y="4628"/>
                  </a:lnTo>
                  <a:cubicBezTo>
                    <a:pt x="5544" y="4628"/>
                    <a:pt x="5665" y="4515"/>
                    <a:pt x="5665" y="4374"/>
                  </a:cubicBezTo>
                  <a:cubicBezTo>
                    <a:pt x="5665" y="4234"/>
                    <a:pt x="5544" y="4112"/>
                    <a:pt x="5386" y="4112"/>
                  </a:cubicBezTo>
                  <a:lnTo>
                    <a:pt x="5386" y="3604"/>
                  </a:lnTo>
                  <a:cubicBezTo>
                    <a:pt x="5544" y="3604"/>
                    <a:pt x="5665" y="3483"/>
                    <a:pt x="5665" y="3342"/>
                  </a:cubicBezTo>
                  <a:cubicBezTo>
                    <a:pt x="5665" y="3203"/>
                    <a:pt x="5544" y="3088"/>
                    <a:pt x="5386" y="3088"/>
                  </a:cubicBezTo>
                  <a:lnTo>
                    <a:pt x="5386" y="2574"/>
                  </a:lnTo>
                  <a:cubicBezTo>
                    <a:pt x="5544" y="2574"/>
                    <a:pt x="5665" y="2459"/>
                    <a:pt x="5665" y="2312"/>
                  </a:cubicBezTo>
                  <a:cubicBezTo>
                    <a:pt x="5665" y="2171"/>
                    <a:pt x="5544" y="2058"/>
                    <a:pt x="5386" y="2058"/>
                  </a:cubicBezTo>
                  <a:lnTo>
                    <a:pt x="5386" y="1542"/>
                  </a:lnTo>
                  <a:cubicBezTo>
                    <a:pt x="5571" y="1542"/>
                    <a:pt x="5709" y="1376"/>
                    <a:pt x="5649" y="1200"/>
                  </a:cubicBezTo>
                  <a:cubicBezTo>
                    <a:pt x="5613" y="1095"/>
                    <a:pt x="5508" y="1026"/>
                    <a:pt x="5395" y="1026"/>
                  </a:cubicBezTo>
                  <a:lnTo>
                    <a:pt x="5309" y="1026"/>
                  </a:lnTo>
                  <a:lnTo>
                    <a:pt x="4862" y="126"/>
                  </a:lnTo>
                  <a:cubicBezTo>
                    <a:pt x="4824" y="50"/>
                    <a:pt x="4755" y="0"/>
                    <a:pt x="4674" y="0"/>
                  </a:cubicBezTo>
                  <a:cubicBezTo>
                    <a:pt x="4662" y="0"/>
                    <a:pt x="4648" y="2"/>
                    <a:pt x="4635" y="4"/>
                  </a:cubicBezTo>
                  <a:lnTo>
                    <a:pt x="2065" y="4"/>
                  </a:lnTo>
                  <a:cubicBezTo>
                    <a:pt x="2052" y="2"/>
                    <a:pt x="2039" y="0"/>
                    <a:pt x="20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87" name="Shape 16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Google Shape;16388;p42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does it work?</a:t>
            </a:r>
            <a:br>
              <a:rPr lang="en"/>
            </a:br>
            <a:r>
              <a:rPr lang="en"/>
              <a:t>(Hardware Interface)</a:t>
            </a:r>
            <a:endParaRPr/>
          </a:p>
        </p:txBody>
      </p:sp>
      <p:sp>
        <p:nvSpPr>
          <p:cNvPr id="16389" name="Google Shape;16389;p42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Turns on and off the microcontroller.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0" name="Google Shape;16390;p42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900">
                <a:latin typeface="Poppins"/>
                <a:ea typeface="Poppins"/>
                <a:cs typeface="Poppins"/>
                <a:sym typeface="Poppins"/>
              </a:rPr>
              <a:t>Power Button</a:t>
            </a:r>
            <a:endParaRPr b="1" sz="19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91" name="Google Shape;16391;p42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Regardless of condition, when pressed, venting systems turn 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16392" name="Google Shape;16392;p42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900">
                <a:solidFill>
                  <a:srgbClr val="FFFFFF"/>
                </a:solidFill>
                <a:latin typeface="Poppins"/>
                <a:ea typeface="Poppins"/>
                <a:cs typeface="Poppins"/>
                <a:sym typeface="Poppins"/>
              </a:rPr>
              <a:t>Manual override</a:t>
            </a:r>
            <a:endParaRPr b="1"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93" name="Google Shape;16393;p42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Venting system remains on until the manual override is turned off.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4" name="Google Shape;16394;p42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Poppins"/>
                <a:ea typeface="Poppins"/>
                <a:cs typeface="Poppins"/>
                <a:sym typeface="Poppins"/>
              </a:rPr>
              <a:t>It's a toggle!</a:t>
            </a:r>
            <a:endParaRPr sz="2200"/>
          </a:p>
        </p:txBody>
      </p:sp>
      <p:grpSp>
        <p:nvGrpSpPr>
          <p:cNvPr id="16395" name="Google Shape;16395;p42"/>
          <p:cNvGrpSpPr/>
          <p:nvPr/>
        </p:nvGrpSpPr>
        <p:grpSpPr>
          <a:xfrm>
            <a:off x="7057842" y="2074705"/>
            <a:ext cx="379756" cy="379626"/>
            <a:chOff x="4722600" y="3310325"/>
            <a:chExt cx="439075" cy="438925"/>
          </a:xfrm>
        </p:grpSpPr>
        <p:sp>
          <p:nvSpPr>
            <p:cNvPr id="16396" name="Google Shape;16396;p42"/>
            <p:cNvSpPr/>
            <p:nvPr/>
          </p:nvSpPr>
          <p:spPr>
            <a:xfrm>
              <a:off x="5084500" y="3310325"/>
              <a:ext cx="77175" cy="438925"/>
            </a:xfrm>
            <a:custGeom>
              <a:rect b="b" l="l" r="r" t="t"/>
              <a:pathLst>
                <a:path extrusionOk="0" h="17557" w="3087">
                  <a:moveTo>
                    <a:pt x="2327" y="517"/>
                  </a:moveTo>
                  <a:lnTo>
                    <a:pt x="2327" y="1033"/>
                  </a:lnTo>
                  <a:lnTo>
                    <a:pt x="787" y="1033"/>
                  </a:lnTo>
                  <a:lnTo>
                    <a:pt x="787" y="517"/>
                  </a:lnTo>
                  <a:close/>
                  <a:moveTo>
                    <a:pt x="2327" y="1549"/>
                  </a:moveTo>
                  <a:lnTo>
                    <a:pt x="2327" y="3280"/>
                  </a:lnTo>
                  <a:lnTo>
                    <a:pt x="1844" y="4260"/>
                  </a:lnTo>
                  <a:cubicBezTo>
                    <a:pt x="1828" y="4293"/>
                    <a:pt x="1819" y="4329"/>
                    <a:pt x="1819" y="4373"/>
                  </a:cubicBezTo>
                  <a:lnTo>
                    <a:pt x="1819" y="7992"/>
                  </a:lnTo>
                  <a:lnTo>
                    <a:pt x="1303" y="7992"/>
                  </a:lnTo>
                  <a:lnTo>
                    <a:pt x="1303" y="4373"/>
                  </a:lnTo>
                  <a:cubicBezTo>
                    <a:pt x="1303" y="4329"/>
                    <a:pt x="1295" y="4293"/>
                    <a:pt x="1278" y="4260"/>
                  </a:cubicBezTo>
                  <a:lnTo>
                    <a:pt x="787" y="3280"/>
                  </a:lnTo>
                  <a:lnTo>
                    <a:pt x="787" y="1549"/>
                  </a:lnTo>
                  <a:close/>
                  <a:moveTo>
                    <a:pt x="2308" y="8508"/>
                  </a:moveTo>
                  <a:cubicBezTo>
                    <a:pt x="2421" y="8508"/>
                    <a:pt x="2537" y="8585"/>
                    <a:pt x="2562" y="8707"/>
                  </a:cubicBezTo>
                  <a:cubicBezTo>
                    <a:pt x="2597" y="8875"/>
                    <a:pt x="2474" y="9022"/>
                    <a:pt x="2316" y="9022"/>
                  </a:cubicBezTo>
                  <a:lnTo>
                    <a:pt x="770" y="9022"/>
                  </a:lnTo>
                  <a:cubicBezTo>
                    <a:pt x="613" y="9022"/>
                    <a:pt x="481" y="8875"/>
                    <a:pt x="516" y="8707"/>
                  </a:cubicBezTo>
                  <a:cubicBezTo>
                    <a:pt x="544" y="8585"/>
                    <a:pt x="657" y="8508"/>
                    <a:pt x="779" y="8508"/>
                  </a:cubicBezTo>
                  <a:close/>
                  <a:moveTo>
                    <a:pt x="2316" y="9538"/>
                  </a:moveTo>
                  <a:cubicBezTo>
                    <a:pt x="2457" y="9538"/>
                    <a:pt x="2570" y="9651"/>
                    <a:pt x="2570" y="9792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2"/>
                  </a:lnTo>
                  <a:cubicBezTo>
                    <a:pt x="516" y="9651"/>
                    <a:pt x="630" y="9538"/>
                    <a:pt x="770" y="9538"/>
                  </a:cubicBezTo>
                  <a:close/>
                  <a:moveTo>
                    <a:pt x="2570" y="15779"/>
                  </a:moveTo>
                  <a:lnTo>
                    <a:pt x="2570" y="16033"/>
                  </a:lnTo>
                  <a:cubicBezTo>
                    <a:pt x="2570" y="16597"/>
                    <a:pt x="2114" y="17061"/>
                    <a:pt x="1550" y="17061"/>
                  </a:cubicBezTo>
                  <a:cubicBezTo>
                    <a:pt x="1521" y="17061"/>
                    <a:pt x="1491" y="17059"/>
                    <a:pt x="1460" y="17057"/>
                  </a:cubicBezTo>
                  <a:cubicBezTo>
                    <a:pt x="919" y="17021"/>
                    <a:pt x="516" y="16557"/>
                    <a:pt x="516" y="16016"/>
                  </a:cubicBezTo>
                  <a:lnTo>
                    <a:pt x="516" y="15779"/>
                  </a:lnTo>
                  <a:close/>
                  <a:moveTo>
                    <a:pt x="533" y="1"/>
                  </a:moveTo>
                  <a:cubicBezTo>
                    <a:pt x="386" y="1"/>
                    <a:pt x="271" y="125"/>
                    <a:pt x="271" y="263"/>
                  </a:cubicBezTo>
                  <a:lnTo>
                    <a:pt x="271" y="3349"/>
                  </a:lnTo>
                  <a:cubicBezTo>
                    <a:pt x="271" y="3385"/>
                    <a:pt x="281" y="3429"/>
                    <a:pt x="298" y="3462"/>
                  </a:cubicBezTo>
                  <a:lnTo>
                    <a:pt x="787" y="4434"/>
                  </a:lnTo>
                  <a:lnTo>
                    <a:pt x="787" y="7992"/>
                  </a:lnTo>
                  <a:cubicBezTo>
                    <a:pt x="351" y="7992"/>
                    <a:pt x="0" y="8340"/>
                    <a:pt x="0" y="8778"/>
                  </a:cubicBezTo>
                  <a:cubicBezTo>
                    <a:pt x="0" y="8980"/>
                    <a:pt x="72" y="9162"/>
                    <a:pt x="202" y="9303"/>
                  </a:cubicBezTo>
                  <a:cubicBezTo>
                    <a:pt x="72" y="9441"/>
                    <a:pt x="0" y="9626"/>
                    <a:pt x="0" y="9836"/>
                  </a:cubicBezTo>
                  <a:lnTo>
                    <a:pt x="0" y="15989"/>
                  </a:lnTo>
                  <a:cubicBezTo>
                    <a:pt x="0" y="16795"/>
                    <a:pt x="657" y="17510"/>
                    <a:pt x="1452" y="17554"/>
                  </a:cubicBezTo>
                  <a:cubicBezTo>
                    <a:pt x="1483" y="17556"/>
                    <a:pt x="1514" y="17557"/>
                    <a:pt x="1545" y="17557"/>
                  </a:cubicBezTo>
                  <a:cubicBezTo>
                    <a:pt x="2395" y="17557"/>
                    <a:pt x="3086" y="16868"/>
                    <a:pt x="3086" y="16016"/>
                  </a:cubicBezTo>
                  <a:lnTo>
                    <a:pt x="3086" y="9836"/>
                  </a:lnTo>
                  <a:cubicBezTo>
                    <a:pt x="3086" y="9626"/>
                    <a:pt x="3009" y="9441"/>
                    <a:pt x="2885" y="9303"/>
                  </a:cubicBezTo>
                  <a:cubicBezTo>
                    <a:pt x="3009" y="9162"/>
                    <a:pt x="3086" y="8980"/>
                    <a:pt x="3086" y="8778"/>
                  </a:cubicBezTo>
                  <a:cubicBezTo>
                    <a:pt x="3086" y="8340"/>
                    <a:pt x="2728" y="7992"/>
                    <a:pt x="2300" y="7992"/>
                  </a:cubicBezTo>
                  <a:lnTo>
                    <a:pt x="2300" y="4434"/>
                  </a:lnTo>
                  <a:lnTo>
                    <a:pt x="2816" y="3462"/>
                  </a:lnTo>
                  <a:cubicBezTo>
                    <a:pt x="2832" y="3429"/>
                    <a:pt x="2841" y="3385"/>
                    <a:pt x="2841" y="3349"/>
                  </a:cubicBezTo>
                  <a:lnTo>
                    <a:pt x="2841" y="263"/>
                  </a:lnTo>
                  <a:cubicBezTo>
                    <a:pt x="2841" y="125"/>
                    <a:pt x="2728" y="1"/>
                    <a:pt x="2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42"/>
            <p:cNvSpPr/>
            <p:nvPr/>
          </p:nvSpPr>
          <p:spPr>
            <a:xfrm>
              <a:off x="4890650" y="34453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6" y="1"/>
                    <a:pt x="0" y="116"/>
                    <a:pt x="0" y="263"/>
                  </a:cubicBezTo>
                  <a:cubicBezTo>
                    <a:pt x="0" y="404"/>
                    <a:pt x="116" y="517"/>
                    <a:pt x="263" y="517"/>
                  </a:cubicBezTo>
                  <a:cubicBezTo>
                    <a:pt x="403" y="517"/>
                    <a:pt x="516" y="404"/>
                    <a:pt x="516" y="263"/>
                  </a:cubicBezTo>
                  <a:cubicBezTo>
                    <a:pt x="516" y="116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42"/>
            <p:cNvSpPr/>
            <p:nvPr/>
          </p:nvSpPr>
          <p:spPr>
            <a:xfrm>
              <a:off x="4851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0"/>
                  </a:moveTo>
                  <a:cubicBezTo>
                    <a:pt x="114" y="0"/>
                    <a:pt x="1" y="116"/>
                    <a:pt x="1" y="254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54"/>
                  </a:cubicBezTo>
                  <a:cubicBezTo>
                    <a:pt x="517" y="116"/>
                    <a:pt x="393" y="0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42"/>
            <p:cNvSpPr/>
            <p:nvPr/>
          </p:nvSpPr>
          <p:spPr>
            <a:xfrm>
              <a:off x="482315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395"/>
                    <a:pt x="114" y="509"/>
                    <a:pt x="263" y="509"/>
                  </a:cubicBezTo>
                  <a:cubicBezTo>
                    <a:pt x="403" y="509"/>
                    <a:pt x="516" y="395"/>
                    <a:pt x="516" y="255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42"/>
            <p:cNvSpPr/>
            <p:nvPr/>
          </p:nvSpPr>
          <p:spPr>
            <a:xfrm>
              <a:off x="481265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4" y="1"/>
                    <a:pt x="1" y="114"/>
                    <a:pt x="1" y="263"/>
                  </a:cubicBezTo>
                  <a:cubicBezTo>
                    <a:pt x="1" y="403"/>
                    <a:pt x="114" y="517"/>
                    <a:pt x="263" y="517"/>
                  </a:cubicBezTo>
                  <a:cubicBezTo>
                    <a:pt x="404" y="517"/>
                    <a:pt x="517" y="403"/>
                    <a:pt x="517" y="263"/>
                  </a:cubicBezTo>
                  <a:cubicBezTo>
                    <a:pt x="517" y="114"/>
                    <a:pt x="404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42"/>
            <p:cNvSpPr/>
            <p:nvPr/>
          </p:nvSpPr>
          <p:spPr>
            <a:xfrm>
              <a:off x="482315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14" y="1"/>
                    <a:pt x="0" y="114"/>
                    <a:pt x="0" y="254"/>
                  </a:cubicBezTo>
                  <a:cubicBezTo>
                    <a:pt x="0" y="393"/>
                    <a:pt x="114" y="506"/>
                    <a:pt x="263" y="506"/>
                  </a:cubicBezTo>
                  <a:cubicBezTo>
                    <a:pt x="403" y="506"/>
                    <a:pt x="516" y="393"/>
                    <a:pt x="516" y="254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42"/>
            <p:cNvSpPr/>
            <p:nvPr/>
          </p:nvSpPr>
          <p:spPr>
            <a:xfrm>
              <a:off x="4851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1"/>
                  </a:moveTo>
                  <a:cubicBezTo>
                    <a:pt x="114" y="1"/>
                    <a:pt x="1" y="116"/>
                    <a:pt x="1" y="263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63"/>
                  </a:cubicBezTo>
                  <a:cubicBezTo>
                    <a:pt x="517" y="116"/>
                    <a:pt x="393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42"/>
            <p:cNvSpPr/>
            <p:nvPr/>
          </p:nvSpPr>
          <p:spPr>
            <a:xfrm>
              <a:off x="4890650" y="3601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0"/>
                  </a:moveTo>
                  <a:cubicBezTo>
                    <a:pt x="116" y="0"/>
                    <a:pt x="0" y="116"/>
                    <a:pt x="0" y="254"/>
                  </a:cubicBezTo>
                  <a:cubicBezTo>
                    <a:pt x="0" y="403"/>
                    <a:pt x="116" y="516"/>
                    <a:pt x="263" y="516"/>
                  </a:cubicBezTo>
                  <a:cubicBezTo>
                    <a:pt x="403" y="516"/>
                    <a:pt x="516" y="403"/>
                    <a:pt x="516" y="254"/>
                  </a:cubicBezTo>
                  <a:cubicBezTo>
                    <a:pt x="516" y="116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42"/>
            <p:cNvSpPr/>
            <p:nvPr/>
          </p:nvSpPr>
          <p:spPr>
            <a:xfrm>
              <a:off x="4929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1"/>
                  </a:moveTo>
                  <a:cubicBezTo>
                    <a:pt x="114" y="1"/>
                    <a:pt x="0" y="116"/>
                    <a:pt x="0" y="263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63"/>
                  </a:cubicBezTo>
                  <a:cubicBezTo>
                    <a:pt x="517" y="116"/>
                    <a:pt x="395" y="1"/>
                    <a:pt x="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42"/>
            <p:cNvSpPr/>
            <p:nvPr/>
          </p:nvSpPr>
          <p:spPr>
            <a:xfrm>
              <a:off x="495820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22" y="1"/>
                    <a:pt x="0" y="114"/>
                    <a:pt x="0" y="254"/>
                  </a:cubicBezTo>
                  <a:cubicBezTo>
                    <a:pt x="0" y="393"/>
                    <a:pt x="122" y="506"/>
                    <a:pt x="263" y="506"/>
                  </a:cubicBezTo>
                  <a:cubicBezTo>
                    <a:pt x="403" y="506"/>
                    <a:pt x="517" y="393"/>
                    <a:pt x="517" y="254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42"/>
            <p:cNvSpPr/>
            <p:nvPr/>
          </p:nvSpPr>
          <p:spPr>
            <a:xfrm>
              <a:off x="496870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2" y="1"/>
                  </a:moveTo>
                  <a:cubicBezTo>
                    <a:pt x="113" y="1"/>
                    <a:pt x="0" y="114"/>
                    <a:pt x="0" y="263"/>
                  </a:cubicBezTo>
                  <a:cubicBezTo>
                    <a:pt x="0" y="403"/>
                    <a:pt x="113" y="517"/>
                    <a:pt x="262" y="517"/>
                  </a:cubicBezTo>
                  <a:cubicBezTo>
                    <a:pt x="403" y="517"/>
                    <a:pt x="516" y="403"/>
                    <a:pt x="516" y="263"/>
                  </a:cubicBezTo>
                  <a:cubicBezTo>
                    <a:pt x="516" y="114"/>
                    <a:pt x="403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42"/>
            <p:cNvSpPr/>
            <p:nvPr/>
          </p:nvSpPr>
          <p:spPr>
            <a:xfrm>
              <a:off x="495820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22" y="1"/>
                    <a:pt x="0" y="114"/>
                    <a:pt x="0" y="255"/>
                  </a:cubicBezTo>
                  <a:cubicBezTo>
                    <a:pt x="0" y="395"/>
                    <a:pt x="122" y="509"/>
                    <a:pt x="263" y="509"/>
                  </a:cubicBezTo>
                  <a:cubicBezTo>
                    <a:pt x="403" y="509"/>
                    <a:pt x="517" y="395"/>
                    <a:pt x="517" y="255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42"/>
            <p:cNvSpPr/>
            <p:nvPr/>
          </p:nvSpPr>
          <p:spPr>
            <a:xfrm>
              <a:off x="4929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0"/>
                  </a:moveTo>
                  <a:cubicBezTo>
                    <a:pt x="114" y="0"/>
                    <a:pt x="0" y="116"/>
                    <a:pt x="0" y="254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54"/>
                  </a:cubicBezTo>
                  <a:cubicBezTo>
                    <a:pt x="517" y="116"/>
                    <a:pt x="395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42"/>
            <p:cNvSpPr/>
            <p:nvPr/>
          </p:nvSpPr>
          <p:spPr>
            <a:xfrm>
              <a:off x="4722600" y="3355375"/>
              <a:ext cx="349025" cy="349025"/>
            </a:xfrm>
            <a:custGeom>
              <a:rect b="b" l="l" r="r" t="t"/>
              <a:pathLst>
                <a:path extrusionOk="0" h="13961" w="13961">
                  <a:moveTo>
                    <a:pt x="6985" y="517"/>
                  </a:moveTo>
                  <a:cubicBezTo>
                    <a:pt x="10543" y="517"/>
                    <a:pt x="13446" y="3418"/>
                    <a:pt x="13446" y="6985"/>
                  </a:cubicBezTo>
                  <a:cubicBezTo>
                    <a:pt x="13446" y="10543"/>
                    <a:pt x="10543" y="13444"/>
                    <a:pt x="6985" y="13444"/>
                  </a:cubicBezTo>
                  <a:cubicBezTo>
                    <a:pt x="3418" y="13444"/>
                    <a:pt x="517" y="10543"/>
                    <a:pt x="517" y="6985"/>
                  </a:cubicBezTo>
                  <a:cubicBezTo>
                    <a:pt x="517" y="3418"/>
                    <a:pt x="3418" y="517"/>
                    <a:pt x="6985" y="517"/>
                  </a:cubicBezTo>
                  <a:close/>
                  <a:moveTo>
                    <a:pt x="6985" y="1"/>
                  </a:moveTo>
                  <a:cubicBezTo>
                    <a:pt x="3139" y="1"/>
                    <a:pt x="1" y="3129"/>
                    <a:pt x="1" y="6985"/>
                  </a:cubicBezTo>
                  <a:cubicBezTo>
                    <a:pt x="1" y="10830"/>
                    <a:pt x="3139" y="13960"/>
                    <a:pt x="6985" y="13960"/>
                  </a:cubicBezTo>
                  <a:cubicBezTo>
                    <a:pt x="10832" y="13960"/>
                    <a:pt x="13960" y="10830"/>
                    <a:pt x="13960" y="6985"/>
                  </a:cubicBezTo>
                  <a:cubicBezTo>
                    <a:pt x="13960" y="3129"/>
                    <a:pt x="10832" y="1"/>
                    <a:pt x="6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42"/>
            <p:cNvSpPr/>
            <p:nvPr/>
          </p:nvSpPr>
          <p:spPr>
            <a:xfrm>
              <a:off x="4787075" y="3419850"/>
              <a:ext cx="220300" cy="220300"/>
            </a:xfrm>
            <a:custGeom>
              <a:rect b="b" l="l" r="r" t="t"/>
              <a:pathLst>
                <a:path extrusionOk="0" h="8812" w="8812">
                  <a:moveTo>
                    <a:pt x="4406" y="508"/>
                  </a:moveTo>
                  <a:cubicBezTo>
                    <a:pt x="6548" y="508"/>
                    <a:pt x="8297" y="2255"/>
                    <a:pt x="8297" y="4406"/>
                  </a:cubicBezTo>
                  <a:cubicBezTo>
                    <a:pt x="8297" y="6548"/>
                    <a:pt x="6548" y="8295"/>
                    <a:pt x="4406" y="8295"/>
                  </a:cubicBezTo>
                  <a:cubicBezTo>
                    <a:pt x="2255" y="8295"/>
                    <a:pt x="508" y="6548"/>
                    <a:pt x="508" y="4406"/>
                  </a:cubicBezTo>
                  <a:cubicBezTo>
                    <a:pt x="508" y="2255"/>
                    <a:pt x="2255" y="508"/>
                    <a:pt x="4406" y="508"/>
                  </a:cubicBezTo>
                  <a:close/>
                  <a:moveTo>
                    <a:pt x="4406" y="0"/>
                  </a:moveTo>
                  <a:cubicBezTo>
                    <a:pt x="1976" y="0"/>
                    <a:pt x="0" y="1976"/>
                    <a:pt x="0" y="4406"/>
                  </a:cubicBezTo>
                  <a:cubicBezTo>
                    <a:pt x="0" y="6827"/>
                    <a:pt x="1976" y="8811"/>
                    <a:pt x="4406" y="8811"/>
                  </a:cubicBezTo>
                  <a:cubicBezTo>
                    <a:pt x="6837" y="8811"/>
                    <a:pt x="8811" y="6827"/>
                    <a:pt x="8811" y="4406"/>
                  </a:cubicBezTo>
                  <a:cubicBezTo>
                    <a:pt x="8811" y="1976"/>
                    <a:pt x="6837" y="0"/>
                    <a:pt x="4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42"/>
            <p:cNvSpPr/>
            <p:nvPr/>
          </p:nvSpPr>
          <p:spPr>
            <a:xfrm>
              <a:off x="4890650" y="3471200"/>
              <a:ext cx="47900" cy="84825"/>
            </a:xfrm>
            <a:custGeom>
              <a:rect b="b" l="l" r="r" t="t"/>
              <a:pathLst>
                <a:path extrusionOk="0" h="3393" w="1916">
                  <a:moveTo>
                    <a:pt x="263" y="0"/>
                  </a:moveTo>
                  <a:cubicBezTo>
                    <a:pt x="116" y="0"/>
                    <a:pt x="0" y="113"/>
                    <a:pt x="0" y="254"/>
                  </a:cubicBezTo>
                  <a:lnTo>
                    <a:pt x="0" y="2352"/>
                  </a:lnTo>
                  <a:cubicBezTo>
                    <a:pt x="0" y="2440"/>
                    <a:pt x="53" y="2526"/>
                    <a:pt x="133" y="2570"/>
                  </a:cubicBezTo>
                  <a:lnTo>
                    <a:pt x="1496" y="3357"/>
                  </a:lnTo>
                  <a:cubicBezTo>
                    <a:pt x="1540" y="3384"/>
                    <a:pt x="1584" y="3392"/>
                    <a:pt x="1626" y="3392"/>
                  </a:cubicBezTo>
                  <a:cubicBezTo>
                    <a:pt x="1714" y="3392"/>
                    <a:pt x="1802" y="3348"/>
                    <a:pt x="1847" y="3260"/>
                  </a:cubicBezTo>
                  <a:cubicBezTo>
                    <a:pt x="1916" y="3139"/>
                    <a:pt x="1880" y="2981"/>
                    <a:pt x="1758" y="2912"/>
                  </a:cubicBezTo>
                  <a:lnTo>
                    <a:pt x="516" y="2203"/>
                  </a:lnTo>
                  <a:lnTo>
                    <a:pt x="516" y="254"/>
                  </a:lnTo>
                  <a:cubicBezTo>
                    <a:pt x="516" y="113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42"/>
            <p:cNvSpPr/>
            <p:nvPr/>
          </p:nvSpPr>
          <p:spPr>
            <a:xfrm>
              <a:off x="4761300" y="3394050"/>
              <a:ext cx="271675" cy="271650"/>
            </a:xfrm>
            <a:custGeom>
              <a:rect b="b" l="l" r="r" t="t"/>
              <a:pathLst>
                <a:path extrusionOk="0" h="10866" w="10867">
                  <a:moveTo>
                    <a:pt x="5437" y="0"/>
                  </a:moveTo>
                  <a:cubicBezTo>
                    <a:pt x="4178" y="0"/>
                    <a:pt x="2963" y="439"/>
                    <a:pt x="1994" y="1225"/>
                  </a:cubicBezTo>
                  <a:cubicBezTo>
                    <a:pt x="1881" y="1320"/>
                    <a:pt x="1862" y="1477"/>
                    <a:pt x="1958" y="1592"/>
                  </a:cubicBezTo>
                  <a:cubicBezTo>
                    <a:pt x="2008" y="1652"/>
                    <a:pt x="2083" y="1683"/>
                    <a:pt x="2157" y="1683"/>
                  </a:cubicBezTo>
                  <a:cubicBezTo>
                    <a:pt x="2214" y="1683"/>
                    <a:pt x="2271" y="1664"/>
                    <a:pt x="2317" y="1626"/>
                  </a:cubicBezTo>
                  <a:cubicBezTo>
                    <a:pt x="3192" y="911"/>
                    <a:pt x="4302" y="516"/>
                    <a:pt x="5437" y="516"/>
                  </a:cubicBezTo>
                  <a:cubicBezTo>
                    <a:pt x="8147" y="516"/>
                    <a:pt x="10358" y="2719"/>
                    <a:pt x="10358" y="5438"/>
                  </a:cubicBezTo>
                  <a:cubicBezTo>
                    <a:pt x="10358" y="8148"/>
                    <a:pt x="8147" y="10351"/>
                    <a:pt x="5437" y="10351"/>
                  </a:cubicBezTo>
                  <a:cubicBezTo>
                    <a:pt x="2720" y="10351"/>
                    <a:pt x="517" y="8148"/>
                    <a:pt x="517" y="5438"/>
                  </a:cubicBezTo>
                  <a:cubicBezTo>
                    <a:pt x="517" y="4301"/>
                    <a:pt x="909" y="3191"/>
                    <a:pt x="1627" y="2316"/>
                  </a:cubicBezTo>
                  <a:cubicBezTo>
                    <a:pt x="1713" y="2203"/>
                    <a:pt x="1704" y="2046"/>
                    <a:pt x="1591" y="1960"/>
                  </a:cubicBezTo>
                  <a:cubicBezTo>
                    <a:pt x="1541" y="1917"/>
                    <a:pt x="1483" y="1896"/>
                    <a:pt x="1426" y="1896"/>
                  </a:cubicBezTo>
                  <a:cubicBezTo>
                    <a:pt x="1353" y="1896"/>
                    <a:pt x="1282" y="1930"/>
                    <a:pt x="1232" y="1993"/>
                  </a:cubicBezTo>
                  <a:cubicBezTo>
                    <a:pt x="437" y="2956"/>
                    <a:pt x="1" y="4179"/>
                    <a:pt x="1" y="5438"/>
                  </a:cubicBezTo>
                  <a:cubicBezTo>
                    <a:pt x="1" y="8427"/>
                    <a:pt x="2439" y="10865"/>
                    <a:pt x="5437" y="10865"/>
                  </a:cubicBezTo>
                  <a:cubicBezTo>
                    <a:pt x="8426" y="10865"/>
                    <a:pt x="10866" y="8427"/>
                    <a:pt x="10866" y="5438"/>
                  </a:cubicBezTo>
                  <a:cubicBezTo>
                    <a:pt x="10866" y="2440"/>
                    <a:pt x="8426" y="0"/>
                    <a:pt x="54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3" name="Google Shape;16413;p42"/>
          <p:cNvGrpSpPr/>
          <p:nvPr/>
        </p:nvGrpSpPr>
        <p:grpSpPr>
          <a:xfrm>
            <a:off x="1717962" y="2074619"/>
            <a:ext cx="356642" cy="379778"/>
            <a:chOff x="2516350" y="4014450"/>
            <a:chExt cx="412350" cy="439100"/>
          </a:xfrm>
        </p:grpSpPr>
        <p:sp>
          <p:nvSpPr>
            <p:cNvPr id="16414" name="Google Shape;16414;p42"/>
            <p:cNvSpPr/>
            <p:nvPr/>
          </p:nvSpPr>
          <p:spPr>
            <a:xfrm>
              <a:off x="25163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20" y="517"/>
                  </a:moveTo>
                  <a:cubicBezTo>
                    <a:pt x="5339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36" y="6242"/>
                  </a:cubicBezTo>
                  <a:cubicBezTo>
                    <a:pt x="5287" y="6242"/>
                    <a:pt x="5173" y="6137"/>
                    <a:pt x="5173" y="5998"/>
                  </a:cubicBezTo>
                  <a:lnTo>
                    <a:pt x="5173" y="1295"/>
                  </a:lnTo>
                  <a:cubicBezTo>
                    <a:pt x="5173" y="1165"/>
                    <a:pt x="5077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7" y="1029"/>
                    <a:pt x="4657" y="1143"/>
                    <a:pt x="4657" y="1286"/>
                  </a:cubicBezTo>
                  <a:lnTo>
                    <a:pt x="4657" y="10981"/>
                  </a:lnTo>
                  <a:cubicBezTo>
                    <a:pt x="4657" y="11163"/>
                    <a:pt x="4544" y="11329"/>
                    <a:pt x="4362" y="11373"/>
                  </a:cubicBezTo>
                  <a:cubicBezTo>
                    <a:pt x="4330" y="11381"/>
                    <a:pt x="4299" y="11384"/>
                    <a:pt x="4269" y="11384"/>
                  </a:cubicBezTo>
                  <a:cubicBezTo>
                    <a:pt x="4053" y="11384"/>
                    <a:pt x="3871" y="11204"/>
                    <a:pt x="3871" y="10989"/>
                  </a:cubicBezTo>
                  <a:lnTo>
                    <a:pt x="3871" y="5979"/>
                  </a:lnTo>
                  <a:cubicBezTo>
                    <a:pt x="3871" y="5841"/>
                    <a:pt x="3757" y="5728"/>
                    <a:pt x="3619" y="5728"/>
                  </a:cubicBezTo>
                  <a:lnTo>
                    <a:pt x="2587" y="5728"/>
                  </a:lnTo>
                  <a:cubicBezTo>
                    <a:pt x="2446" y="5728"/>
                    <a:pt x="2333" y="5841"/>
                    <a:pt x="2333" y="5979"/>
                  </a:cubicBezTo>
                  <a:lnTo>
                    <a:pt x="2333" y="10981"/>
                  </a:lnTo>
                  <a:cubicBezTo>
                    <a:pt x="2333" y="11163"/>
                    <a:pt x="2211" y="11329"/>
                    <a:pt x="2027" y="11373"/>
                  </a:cubicBezTo>
                  <a:cubicBezTo>
                    <a:pt x="1995" y="11381"/>
                    <a:pt x="1964" y="11384"/>
                    <a:pt x="1934" y="11384"/>
                  </a:cubicBezTo>
                  <a:cubicBezTo>
                    <a:pt x="1718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58" y="2606"/>
                    <a:pt x="1336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5" y="2572"/>
                    <a:pt x="1030" y="2688"/>
                    <a:pt x="1030" y="2824"/>
                  </a:cubicBezTo>
                  <a:lnTo>
                    <a:pt x="1030" y="5971"/>
                  </a:lnTo>
                  <a:cubicBezTo>
                    <a:pt x="1030" y="6095"/>
                    <a:pt x="944" y="6208"/>
                    <a:pt x="829" y="6233"/>
                  </a:cubicBezTo>
                  <a:cubicBezTo>
                    <a:pt x="809" y="6238"/>
                    <a:pt x="790" y="6240"/>
                    <a:pt x="771" y="6240"/>
                  </a:cubicBezTo>
                  <a:cubicBezTo>
                    <a:pt x="630" y="6240"/>
                    <a:pt x="514" y="6127"/>
                    <a:pt x="514" y="5979"/>
                  </a:cubicBezTo>
                  <a:lnTo>
                    <a:pt x="514" y="1286"/>
                  </a:lnTo>
                  <a:cubicBezTo>
                    <a:pt x="514" y="858"/>
                    <a:pt x="856" y="517"/>
                    <a:pt x="1284" y="517"/>
                  </a:cubicBezTo>
                  <a:close/>
                  <a:moveTo>
                    <a:pt x="795" y="0"/>
                  </a:moveTo>
                  <a:cubicBezTo>
                    <a:pt x="357" y="0"/>
                    <a:pt x="0" y="351"/>
                    <a:pt x="0" y="787"/>
                  </a:cubicBezTo>
                  <a:lnTo>
                    <a:pt x="0" y="6147"/>
                  </a:lnTo>
                  <a:cubicBezTo>
                    <a:pt x="0" y="6286"/>
                    <a:pt x="61" y="6426"/>
                    <a:pt x="174" y="6514"/>
                  </a:cubicBezTo>
                  <a:cubicBezTo>
                    <a:pt x="369" y="6680"/>
                    <a:pt x="577" y="6753"/>
                    <a:pt x="769" y="6753"/>
                  </a:cubicBezTo>
                  <a:cubicBezTo>
                    <a:pt x="860" y="6753"/>
                    <a:pt x="948" y="6736"/>
                    <a:pt x="1030" y="6705"/>
                  </a:cubicBezTo>
                  <a:lnTo>
                    <a:pt x="1030" y="10972"/>
                  </a:lnTo>
                  <a:cubicBezTo>
                    <a:pt x="1030" y="11434"/>
                    <a:pt x="1364" y="11837"/>
                    <a:pt x="1817" y="11889"/>
                  </a:cubicBezTo>
                  <a:cubicBezTo>
                    <a:pt x="1857" y="11894"/>
                    <a:pt x="1897" y="11897"/>
                    <a:pt x="1935" y="11897"/>
                  </a:cubicBezTo>
                  <a:cubicBezTo>
                    <a:pt x="2441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8" y="11897"/>
                  </a:cubicBezTo>
                  <a:cubicBezTo>
                    <a:pt x="4767" y="11897"/>
                    <a:pt x="5173" y="11492"/>
                    <a:pt x="5173" y="10989"/>
                  </a:cubicBezTo>
                  <a:lnTo>
                    <a:pt x="5173" y="6714"/>
                  </a:lnTo>
                  <a:cubicBezTo>
                    <a:pt x="5253" y="6741"/>
                    <a:pt x="5339" y="6749"/>
                    <a:pt x="5436" y="6749"/>
                  </a:cubicBezTo>
                  <a:cubicBezTo>
                    <a:pt x="5864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42"/>
            <p:cNvSpPr/>
            <p:nvPr/>
          </p:nvSpPr>
          <p:spPr>
            <a:xfrm>
              <a:off x="2542100" y="4181650"/>
              <a:ext cx="12700" cy="25825"/>
            </a:xfrm>
            <a:custGeom>
              <a:rect b="b" l="l" r="r" t="t"/>
              <a:pathLst>
                <a:path extrusionOk="0" h="1033" w="508">
                  <a:moveTo>
                    <a:pt x="254" y="0"/>
                  </a:moveTo>
                  <a:cubicBezTo>
                    <a:pt x="113" y="0"/>
                    <a:pt x="0" y="122"/>
                    <a:pt x="0" y="262"/>
                  </a:cubicBezTo>
                  <a:lnTo>
                    <a:pt x="0" y="779"/>
                  </a:lnTo>
                  <a:cubicBezTo>
                    <a:pt x="0" y="917"/>
                    <a:pt x="113" y="1032"/>
                    <a:pt x="254" y="1032"/>
                  </a:cubicBezTo>
                  <a:cubicBezTo>
                    <a:pt x="394" y="1032"/>
                    <a:pt x="508" y="917"/>
                    <a:pt x="508" y="779"/>
                  </a:cubicBezTo>
                  <a:lnTo>
                    <a:pt x="508" y="262"/>
                  </a:lnTo>
                  <a:cubicBezTo>
                    <a:pt x="508" y="122"/>
                    <a:pt x="394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42"/>
            <p:cNvSpPr/>
            <p:nvPr/>
          </p:nvSpPr>
          <p:spPr>
            <a:xfrm>
              <a:off x="2549125" y="4053150"/>
              <a:ext cx="89800" cy="90075"/>
            </a:xfrm>
            <a:custGeom>
              <a:rect b="b" l="l" r="r" t="t"/>
              <a:pathLst>
                <a:path extrusionOk="0" h="3603" w="3592">
                  <a:moveTo>
                    <a:pt x="1792" y="516"/>
                  </a:moveTo>
                  <a:cubicBezTo>
                    <a:pt x="2507" y="516"/>
                    <a:pt x="3084" y="1093"/>
                    <a:pt x="3084" y="1800"/>
                  </a:cubicBezTo>
                  <a:cubicBezTo>
                    <a:pt x="3084" y="2509"/>
                    <a:pt x="2507" y="3086"/>
                    <a:pt x="1792" y="3086"/>
                  </a:cubicBezTo>
                  <a:cubicBezTo>
                    <a:pt x="1083" y="3086"/>
                    <a:pt x="506" y="2509"/>
                    <a:pt x="506" y="1800"/>
                  </a:cubicBezTo>
                  <a:cubicBezTo>
                    <a:pt x="506" y="1093"/>
                    <a:pt x="1083" y="516"/>
                    <a:pt x="1792" y="516"/>
                  </a:cubicBezTo>
                  <a:close/>
                  <a:moveTo>
                    <a:pt x="1792" y="0"/>
                  </a:moveTo>
                  <a:cubicBezTo>
                    <a:pt x="804" y="0"/>
                    <a:pt x="0" y="804"/>
                    <a:pt x="0" y="1800"/>
                  </a:cubicBezTo>
                  <a:cubicBezTo>
                    <a:pt x="0" y="2788"/>
                    <a:pt x="804" y="3602"/>
                    <a:pt x="1792" y="3602"/>
                  </a:cubicBezTo>
                  <a:cubicBezTo>
                    <a:pt x="2788" y="3602"/>
                    <a:pt x="3592" y="2788"/>
                    <a:pt x="3592" y="1800"/>
                  </a:cubicBezTo>
                  <a:cubicBezTo>
                    <a:pt x="3592" y="804"/>
                    <a:pt x="2788" y="0"/>
                    <a:pt x="17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42"/>
            <p:cNvSpPr/>
            <p:nvPr/>
          </p:nvSpPr>
          <p:spPr>
            <a:xfrm>
              <a:off x="27735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11" y="517"/>
                  </a:moveTo>
                  <a:cubicBezTo>
                    <a:pt x="5341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27" y="6242"/>
                  </a:cubicBezTo>
                  <a:cubicBezTo>
                    <a:pt x="5289" y="6242"/>
                    <a:pt x="5174" y="6137"/>
                    <a:pt x="5174" y="5998"/>
                  </a:cubicBezTo>
                  <a:lnTo>
                    <a:pt x="5174" y="1295"/>
                  </a:lnTo>
                  <a:cubicBezTo>
                    <a:pt x="5174" y="1165"/>
                    <a:pt x="5079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8" y="1029"/>
                    <a:pt x="4660" y="1143"/>
                    <a:pt x="4660" y="1286"/>
                  </a:cubicBezTo>
                  <a:lnTo>
                    <a:pt x="4660" y="10981"/>
                  </a:lnTo>
                  <a:cubicBezTo>
                    <a:pt x="4660" y="11163"/>
                    <a:pt x="4536" y="11329"/>
                    <a:pt x="4362" y="11373"/>
                  </a:cubicBezTo>
                  <a:cubicBezTo>
                    <a:pt x="4329" y="11381"/>
                    <a:pt x="4298" y="11384"/>
                    <a:pt x="4267" y="11384"/>
                  </a:cubicBezTo>
                  <a:cubicBezTo>
                    <a:pt x="4047" y="11384"/>
                    <a:pt x="3873" y="11204"/>
                    <a:pt x="3873" y="10989"/>
                  </a:cubicBezTo>
                  <a:lnTo>
                    <a:pt x="3873" y="5979"/>
                  </a:lnTo>
                  <a:cubicBezTo>
                    <a:pt x="3873" y="5841"/>
                    <a:pt x="3758" y="5728"/>
                    <a:pt x="3611" y="5728"/>
                  </a:cubicBezTo>
                  <a:lnTo>
                    <a:pt x="2587" y="5728"/>
                  </a:lnTo>
                  <a:cubicBezTo>
                    <a:pt x="2438" y="5728"/>
                    <a:pt x="2325" y="5841"/>
                    <a:pt x="2325" y="5979"/>
                  </a:cubicBezTo>
                  <a:lnTo>
                    <a:pt x="2325" y="10981"/>
                  </a:lnTo>
                  <a:cubicBezTo>
                    <a:pt x="2325" y="11163"/>
                    <a:pt x="2211" y="11329"/>
                    <a:pt x="2027" y="11373"/>
                  </a:cubicBezTo>
                  <a:cubicBezTo>
                    <a:pt x="1996" y="11381"/>
                    <a:pt x="1965" y="11384"/>
                    <a:pt x="1935" y="11384"/>
                  </a:cubicBezTo>
                  <a:cubicBezTo>
                    <a:pt x="1720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60" y="2606"/>
                    <a:pt x="1337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4" y="2572"/>
                    <a:pt x="1022" y="2688"/>
                    <a:pt x="1022" y="2824"/>
                  </a:cubicBezTo>
                  <a:lnTo>
                    <a:pt x="1022" y="5971"/>
                  </a:lnTo>
                  <a:cubicBezTo>
                    <a:pt x="1022" y="6095"/>
                    <a:pt x="944" y="6208"/>
                    <a:pt x="820" y="6233"/>
                  </a:cubicBezTo>
                  <a:cubicBezTo>
                    <a:pt x="801" y="6238"/>
                    <a:pt x="781" y="6240"/>
                    <a:pt x="763" y="6240"/>
                  </a:cubicBezTo>
                  <a:cubicBezTo>
                    <a:pt x="622" y="6240"/>
                    <a:pt x="506" y="6127"/>
                    <a:pt x="506" y="5979"/>
                  </a:cubicBezTo>
                  <a:lnTo>
                    <a:pt x="506" y="1286"/>
                  </a:lnTo>
                  <a:cubicBezTo>
                    <a:pt x="506" y="858"/>
                    <a:pt x="856" y="517"/>
                    <a:pt x="1284" y="517"/>
                  </a:cubicBezTo>
                  <a:close/>
                  <a:moveTo>
                    <a:pt x="787" y="0"/>
                  </a:moveTo>
                  <a:cubicBezTo>
                    <a:pt x="348" y="0"/>
                    <a:pt x="0" y="351"/>
                    <a:pt x="0" y="787"/>
                  </a:cubicBezTo>
                  <a:lnTo>
                    <a:pt x="0" y="6137"/>
                  </a:lnTo>
                  <a:cubicBezTo>
                    <a:pt x="0" y="6261"/>
                    <a:pt x="69" y="6426"/>
                    <a:pt x="158" y="6504"/>
                  </a:cubicBezTo>
                  <a:cubicBezTo>
                    <a:pt x="359" y="6677"/>
                    <a:pt x="570" y="6753"/>
                    <a:pt x="763" y="6753"/>
                  </a:cubicBezTo>
                  <a:cubicBezTo>
                    <a:pt x="854" y="6753"/>
                    <a:pt x="941" y="6736"/>
                    <a:pt x="1022" y="6705"/>
                  </a:cubicBezTo>
                  <a:lnTo>
                    <a:pt x="1022" y="10972"/>
                  </a:lnTo>
                  <a:cubicBezTo>
                    <a:pt x="1022" y="11434"/>
                    <a:pt x="1364" y="11837"/>
                    <a:pt x="1817" y="11889"/>
                  </a:cubicBezTo>
                  <a:cubicBezTo>
                    <a:pt x="1856" y="11894"/>
                    <a:pt x="1896" y="11897"/>
                    <a:pt x="1934" y="11897"/>
                  </a:cubicBezTo>
                  <a:cubicBezTo>
                    <a:pt x="2434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9" y="11897"/>
                  </a:cubicBezTo>
                  <a:cubicBezTo>
                    <a:pt x="4767" y="11897"/>
                    <a:pt x="5174" y="11492"/>
                    <a:pt x="5174" y="10989"/>
                  </a:cubicBezTo>
                  <a:lnTo>
                    <a:pt x="5174" y="6714"/>
                  </a:lnTo>
                  <a:cubicBezTo>
                    <a:pt x="5253" y="6741"/>
                    <a:pt x="5341" y="6749"/>
                    <a:pt x="5427" y="6749"/>
                  </a:cubicBezTo>
                  <a:cubicBezTo>
                    <a:pt x="5866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42"/>
            <p:cNvSpPr/>
            <p:nvPr/>
          </p:nvSpPr>
          <p:spPr>
            <a:xfrm>
              <a:off x="2799075" y="4181775"/>
              <a:ext cx="12925" cy="25725"/>
            </a:xfrm>
            <a:custGeom>
              <a:rect b="b" l="l" r="r" t="t"/>
              <a:pathLst>
                <a:path extrusionOk="0" h="1029" w="517">
                  <a:moveTo>
                    <a:pt x="271" y="0"/>
                  </a:moveTo>
                  <a:cubicBezTo>
                    <a:pt x="257" y="0"/>
                    <a:pt x="243" y="1"/>
                    <a:pt x="230" y="4"/>
                  </a:cubicBezTo>
                  <a:cubicBezTo>
                    <a:pt x="97" y="12"/>
                    <a:pt x="1" y="136"/>
                    <a:pt x="1" y="266"/>
                  </a:cubicBezTo>
                  <a:lnTo>
                    <a:pt x="1" y="765"/>
                  </a:lnTo>
                  <a:cubicBezTo>
                    <a:pt x="1" y="895"/>
                    <a:pt x="97" y="1009"/>
                    <a:pt x="230" y="1027"/>
                  </a:cubicBezTo>
                  <a:cubicBezTo>
                    <a:pt x="239" y="1028"/>
                    <a:pt x="249" y="1029"/>
                    <a:pt x="259" y="1029"/>
                  </a:cubicBezTo>
                  <a:cubicBezTo>
                    <a:pt x="403" y="1029"/>
                    <a:pt x="517" y="913"/>
                    <a:pt x="517" y="774"/>
                  </a:cubicBezTo>
                  <a:lnTo>
                    <a:pt x="517" y="257"/>
                  </a:lnTo>
                  <a:cubicBezTo>
                    <a:pt x="517" y="114"/>
                    <a:pt x="409" y="0"/>
                    <a:pt x="2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42"/>
            <p:cNvSpPr/>
            <p:nvPr/>
          </p:nvSpPr>
          <p:spPr>
            <a:xfrm>
              <a:off x="2806100" y="4053150"/>
              <a:ext cx="89825" cy="90075"/>
            </a:xfrm>
            <a:custGeom>
              <a:rect b="b" l="l" r="r" t="t"/>
              <a:pathLst>
                <a:path extrusionOk="0" h="3603" w="3593">
                  <a:moveTo>
                    <a:pt x="1801" y="516"/>
                  </a:moveTo>
                  <a:cubicBezTo>
                    <a:pt x="2508" y="516"/>
                    <a:pt x="3085" y="1093"/>
                    <a:pt x="3085" y="1800"/>
                  </a:cubicBezTo>
                  <a:cubicBezTo>
                    <a:pt x="3085" y="2509"/>
                    <a:pt x="2508" y="3086"/>
                    <a:pt x="1801" y="3086"/>
                  </a:cubicBezTo>
                  <a:cubicBezTo>
                    <a:pt x="1083" y="3086"/>
                    <a:pt x="507" y="2509"/>
                    <a:pt x="507" y="1800"/>
                  </a:cubicBezTo>
                  <a:cubicBezTo>
                    <a:pt x="507" y="1093"/>
                    <a:pt x="1083" y="516"/>
                    <a:pt x="1801" y="516"/>
                  </a:cubicBezTo>
                  <a:close/>
                  <a:moveTo>
                    <a:pt x="1801" y="0"/>
                  </a:moveTo>
                  <a:cubicBezTo>
                    <a:pt x="804" y="0"/>
                    <a:pt x="1" y="804"/>
                    <a:pt x="1" y="1800"/>
                  </a:cubicBezTo>
                  <a:cubicBezTo>
                    <a:pt x="1" y="2788"/>
                    <a:pt x="804" y="3602"/>
                    <a:pt x="1801" y="3602"/>
                  </a:cubicBezTo>
                  <a:cubicBezTo>
                    <a:pt x="2789" y="3602"/>
                    <a:pt x="3593" y="2788"/>
                    <a:pt x="3593" y="1800"/>
                  </a:cubicBezTo>
                  <a:cubicBezTo>
                    <a:pt x="3593" y="804"/>
                    <a:pt x="2789" y="0"/>
                    <a:pt x="1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42"/>
            <p:cNvSpPr/>
            <p:nvPr/>
          </p:nvSpPr>
          <p:spPr>
            <a:xfrm>
              <a:off x="2683500" y="4014450"/>
              <a:ext cx="77175" cy="439100"/>
            </a:xfrm>
            <a:custGeom>
              <a:rect b="b" l="l" r="r" t="t"/>
              <a:pathLst>
                <a:path extrusionOk="0" h="17564" w="3087">
                  <a:moveTo>
                    <a:pt x="2299" y="516"/>
                  </a:moveTo>
                  <a:lnTo>
                    <a:pt x="2299" y="1032"/>
                  </a:lnTo>
                  <a:lnTo>
                    <a:pt x="751" y="1032"/>
                  </a:lnTo>
                  <a:lnTo>
                    <a:pt x="751" y="516"/>
                  </a:lnTo>
                  <a:close/>
                  <a:moveTo>
                    <a:pt x="2299" y="1548"/>
                  </a:moveTo>
                  <a:lnTo>
                    <a:pt x="2299" y="3279"/>
                  </a:lnTo>
                  <a:lnTo>
                    <a:pt x="1811" y="4259"/>
                  </a:lnTo>
                  <a:cubicBezTo>
                    <a:pt x="1792" y="4292"/>
                    <a:pt x="1783" y="4328"/>
                    <a:pt x="1783" y="4372"/>
                  </a:cubicBezTo>
                  <a:lnTo>
                    <a:pt x="1783" y="7991"/>
                  </a:lnTo>
                  <a:lnTo>
                    <a:pt x="1267" y="7991"/>
                  </a:lnTo>
                  <a:lnTo>
                    <a:pt x="1267" y="4372"/>
                  </a:lnTo>
                  <a:cubicBezTo>
                    <a:pt x="1267" y="4328"/>
                    <a:pt x="1259" y="4292"/>
                    <a:pt x="1242" y="4259"/>
                  </a:cubicBezTo>
                  <a:lnTo>
                    <a:pt x="751" y="3279"/>
                  </a:lnTo>
                  <a:lnTo>
                    <a:pt x="751" y="1548"/>
                  </a:lnTo>
                  <a:close/>
                  <a:moveTo>
                    <a:pt x="2299" y="8507"/>
                  </a:moveTo>
                  <a:cubicBezTo>
                    <a:pt x="2421" y="8507"/>
                    <a:pt x="2534" y="8585"/>
                    <a:pt x="2562" y="8706"/>
                  </a:cubicBezTo>
                  <a:cubicBezTo>
                    <a:pt x="2597" y="8874"/>
                    <a:pt x="2465" y="9021"/>
                    <a:pt x="2308" y="9021"/>
                  </a:cubicBezTo>
                  <a:lnTo>
                    <a:pt x="762" y="9021"/>
                  </a:lnTo>
                  <a:cubicBezTo>
                    <a:pt x="604" y="9021"/>
                    <a:pt x="472" y="8874"/>
                    <a:pt x="516" y="8706"/>
                  </a:cubicBezTo>
                  <a:cubicBezTo>
                    <a:pt x="541" y="8593"/>
                    <a:pt x="646" y="8507"/>
                    <a:pt x="770" y="8507"/>
                  </a:cubicBezTo>
                  <a:close/>
                  <a:moveTo>
                    <a:pt x="2316" y="9537"/>
                  </a:moveTo>
                  <a:cubicBezTo>
                    <a:pt x="2457" y="9537"/>
                    <a:pt x="2570" y="9650"/>
                    <a:pt x="2570" y="9791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1"/>
                  </a:lnTo>
                  <a:cubicBezTo>
                    <a:pt x="516" y="9650"/>
                    <a:pt x="629" y="9537"/>
                    <a:pt x="770" y="9537"/>
                  </a:cubicBezTo>
                  <a:close/>
                  <a:moveTo>
                    <a:pt x="2570" y="15778"/>
                  </a:moveTo>
                  <a:lnTo>
                    <a:pt x="2570" y="16032"/>
                  </a:lnTo>
                  <a:cubicBezTo>
                    <a:pt x="2570" y="16601"/>
                    <a:pt x="2105" y="17067"/>
                    <a:pt x="1537" y="17067"/>
                  </a:cubicBezTo>
                  <a:cubicBezTo>
                    <a:pt x="1511" y="17067"/>
                    <a:pt x="1486" y="17066"/>
                    <a:pt x="1460" y="17064"/>
                  </a:cubicBezTo>
                  <a:cubicBezTo>
                    <a:pt x="919" y="17020"/>
                    <a:pt x="516" y="16557"/>
                    <a:pt x="516" y="16015"/>
                  </a:cubicBezTo>
                  <a:lnTo>
                    <a:pt x="516" y="15778"/>
                  </a:lnTo>
                  <a:close/>
                  <a:moveTo>
                    <a:pt x="499" y="0"/>
                  </a:moveTo>
                  <a:cubicBezTo>
                    <a:pt x="350" y="0"/>
                    <a:pt x="237" y="124"/>
                    <a:pt x="237" y="262"/>
                  </a:cubicBezTo>
                  <a:lnTo>
                    <a:pt x="237" y="3348"/>
                  </a:lnTo>
                  <a:cubicBezTo>
                    <a:pt x="237" y="3384"/>
                    <a:pt x="246" y="3428"/>
                    <a:pt x="271" y="3462"/>
                  </a:cubicBezTo>
                  <a:lnTo>
                    <a:pt x="787" y="4441"/>
                  </a:lnTo>
                  <a:lnTo>
                    <a:pt x="787" y="7991"/>
                  </a:lnTo>
                  <a:cubicBezTo>
                    <a:pt x="350" y="7991"/>
                    <a:pt x="0" y="8350"/>
                    <a:pt x="0" y="8778"/>
                  </a:cubicBezTo>
                  <a:cubicBezTo>
                    <a:pt x="0" y="8979"/>
                    <a:pt x="69" y="9162"/>
                    <a:pt x="201" y="9302"/>
                  </a:cubicBezTo>
                  <a:cubicBezTo>
                    <a:pt x="69" y="9441"/>
                    <a:pt x="0" y="9625"/>
                    <a:pt x="0" y="9835"/>
                  </a:cubicBezTo>
                  <a:lnTo>
                    <a:pt x="0" y="15988"/>
                  </a:lnTo>
                  <a:cubicBezTo>
                    <a:pt x="0" y="16794"/>
                    <a:pt x="657" y="17518"/>
                    <a:pt x="1452" y="17562"/>
                  </a:cubicBezTo>
                  <a:cubicBezTo>
                    <a:pt x="1478" y="17563"/>
                    <a:pt x="1505" y="17564"/>
                    <a:pt x="1531" y="17564"/>
                  </a:cubicBezTo>
                  <a:cubicBezTo>
                    <a:pt x="2387" y="17564"/>
                    <a:pt x="3086" y="16873"/>
                    <a:pt x="3086" y="16015"/>
                  </a:cubicBezTo>
                  <a:lnTo>
                    <a:pt x="3086" y="9835"/>
                  </a:lnTo>
                  <a:cubicBezTo>
                    <a:pt x="3086" y="9625"/>
                    <a:pt x="3006" y="9441"/>
                    <a:pt x="2885" y="9302"/>
                  </a:cubicBezTo>
                  <a:cubicBezTo>
                    <a:pt x="3006" y="9162"/>
                    <a:pt x="3086" y="8979"/>
                    <a:pt x="3086" y="8778"/>
                  </a:cubicBezTo>
                  <a:cubicBezTo>
                    <a:pt x="3086" y="8350"/>
                    <a:pt x="2727" y="7991"/>
                    <a:pt x="2299" y="7991"/>
                  </a:cubicBezTo>
                  <a:lnTo>
                    <a:pt x="2299" y="4441"/>
                  </a:lnTo>
                  <a:lnTo>
                    <a:pt x="2780" y="3462"/>
                  </a:lnTo>
                  <a:cubicBezTo>
                    <a:pt x="2797" y="3428"/>
                    <a:pt x="2807" y="3384"/>
                    <a:pt x="2807" y="3348"/>
                  </a:cubicBezTo>
                  <a:lnTo>
                    <a:pt x="2807" y="262"/>
                  </a:lnTo>
                  <a:cubicBezTo>
                    <a:pt x="2807" y="124"/>
                    <a:pt x="2692" y="0"/>
                    <a:pt x="2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1" name="Google Shape;16421;p42"/>
          <p:cNvGrpSpPr/>
          <p:nvPr/>
        </p:nvGrpSpPr>
        <p:grpSpPr>
          <a:xfrm>
            <a:off x="4421612" y="2074727"/>
            <a:ext cx="289223" cy="379605"/>
            <a:chOff x="4031175" y="2589350"/>
            <a:chExt cx="334400" cy="438900"/>
          </a:xfrm>
        </p:grpSpPr>
        <p:sp>
          <p:nvSpPr>
            <p:cNvPr id="16422" name="Google Shape;16422;p42"/>
            <p:cNvSpPr/>
            <p:nvPr/>
          </p:nvSpPr>
          <p:spPr>
            <a:xfrm>
              <a:off x="4031175" y="2589450"/>
              <a:ext cx="167175" cy="438800"/>
            </a:xfrm>
            <a:custGeom>
              <a:rect b="b" l="l" r="r" t="t"/>
              <a:pathLst>
                <a:path extrusionOk="0" h="17552" w="6687">
                  <a:moveTo>
                    <a:pt x="2063" y="506"/>
                  </a:moveTo>
                  <a:lnTo>
                    <a:pt x="2063" y="2054"/>
                  </a:lnTo>
                  <a:lnTo>
                    <a:pt x="517" y="2054"/>
                  </a:lnTo>
                  <a:lnTo>
                    <a:pt x="517" y="506"/>
                  </a:lnTo>
                  <a:close/>
                  <a:moveTo>
                    <a:pt x="4117" y="506"/>
                  </a:moveTo>
                  <a:lnTo>
                    <a:pt x="4117" y="2054"/>
                  </a:lnTo>
                  <a:lnTo>
                    <a:pt x="2579" y="2054"/>
                  </a:lnTo>
                  <a:lnTo>
                    <a:pt x="2579" y="506"/>
                  </a:lnTo>
                  <a:close/>
                  <a:moveTo>
                    <a:pt x="6181" y="506"/>
                  </a:moveTo>
                  <a:lnTo>
                    <a:pt x="6181" y="2054"/>
                  </a:lnTo>
                  <a:lnTo>
                    <a:pt x="4633" y="2054"/>
                  </a:lnTo>
                  <a:lnTo>
                    <a:pt x="4633" y="506"/>
                  </a:lnTo>
                  <a:close/>
                  <a:moveTo>
                    <a:pt x="4904" y="8295"/>
                  </a:moveTo>
                  <a:lnTo>
                    <a:pt x="4904" y="8811"/>
                  </a:lnTo>
                  <a:lnTo>
                    <a:pt x="1820" y="8811"/>
                  </a:lnTo>
                  <a:lnTo>
                    <a:pt x="1820" y="8295"/>
                  </a:lnTo>
                  <a:close/>
                  <a:moveTo>
                    <a:pt x="4904" y="9325"/>
                  </a:moveTo>
                  <a:lnTo>
                    <a:pt x="4904" y="9833"/>
                  </a:lnTo>
                  <a:lnTo>
                    <a:pt x="1820" y="9833"/>
                  </a:lnTo>
                  <a:lnTo>
                    <a:pt x="1820" y="9325"/>
                  </a:lnTo>
                  <a:close/>
                  <a:moveTo>
                    <a:pt x="4904" y="10349"/>
                  </a:moveTo>
                  <a:lnTo>
                    <a:pt x="4904" y="10865"/>
                  </a:lnTo>
                  <a:lnTo>
                    <a:pt x="1820" y="10865"/>
                  </a:lnTo>
                  <a:lnTo>
                    <a:pt x="1820" y="10349"/>
                  </a:lnTo>
                  <a:close/>
                  <a:moveTo>
                    <a:pt x="4904" y="11381"/>
                  </a:moveTo>
                  <a:lnTo>
                    <a:pt x="4904" y="11895"/>
                  </a:lnTo>
                  <a:lnTo>
                    <a:pt x="1820" y="11895"/>
                  </a:lnTo>
                  <a:lnTo>
                    <a:pt x="1820" y="11381"/>
                  </a:lnTo>
                  <a:close/>
                  <a:moveTo>
                    <a:pt x="4904" y="12411"/>
                  </a:moveTo>
                  <a:lnTo>
                    <a:pt x="4904" y="12919"/>
                  </a:lnTo>
                  <a:lnTo>
                    <a:pt x="1820" y="12919"/>
                  </a:lnTo>
                  <a:lnTo>
                    <a:pt x="1820" y="12411"/>
                  </a:lnTo>
                  <a:close/>
                  <a:moveTo>
                    <a:pt x="4904" y="13435"/>
                  </a:moveTo>
                  <a:lnTo>
                    <a:pt x="4904" y="13951"/>
                  </a:lnTo>
                  <a:lnTo>
                    <a:pt x="1820" y="13951"/>
                  </a:lnTo>
                  <a:lnTo>
                    <a:pt x="1820" y="13435"/>
                  </a:lnTo>
                  <a:close/>
                  <a:moveTo>
                    <a:pt x="4904" y="14465"/>
                  </a:moveTo>
                  <a:lnTo>
                    <a:pt x="4904" y="14981"/>
                  </a:lnTo>
                  <a:lnTo>
                    <a:pt x="1820" y="14981"/>
                  </a:lnTo>
                  <a:lnTo>
                    <a:pt x="1820" y="14465"/>
                  </a:lnTo>
                  <a:close/>
                  <a:moveTo>
                    <a:pt x="4904" y="15497"/>
                  </a:moveTo>
                  <a:lnTo>
                    <a:pt x="4904" y="16005"/>
                  </a:lnTo>
                  <a:lnTo>
                    <a:pt x="1820" y="16005"/>
                  </a:lnTo>
                  <a:lnTo>
                    <a:pt x="1820" y="15497"/>
                  </a:lnTo>
                  <a:close/>
                  <a:moveTo>
                    <a:pt x="4730" y="16521"/>
                  </a:moveTo>
                  <a:lnTo>
                    <a:pt x="4476" y="17035"/>
                  </a:lnTo>
                  <a:lnTo>
                    <a:pt x="2221" y="17035"/>
                  </a:lnTo>
                  <a:lnTo>
                    <a:pt x="1967" y="16521"/>
                  </a:lnTo>
                  <a:close/>
                  <a:moveTo>
                    <a:pt x="263" y="0"/>
                  </a:moveTo>
                  <a:cubicBezTo>
                    <a:pt x="123" y="0"/>
                    <a:pt x="1" y="113"/>
                    <a:pt x="1" y="252"/>
                  </a:cubicBezTo>
                  <a:lnTo>
                    <a:pt x="1" y="2308"/>
                  </a:lnTo>
                  <a:cubicBezTo>
                    <a:pt x="1" y="2455"/>
                    <a:pt x="123" y="2570"/>
                    <a:pt x="263" y="2570"/>
                  </a:cubicBezTo>
                  <a:lnTo>
                    <a:pt x="1033" y="2570"/>
                  </a:lnTo>
                  <a:lnTo>
                    <a:pt x="1033" y="4649"/>
                  </a:lnTo>
                  <a:cubicBezTo>
                    <a:pt x="1033" y="4773"/>
                    <a:pt x="1111" y="4886"/>
                    <a:pt x="1232" y="4911"/>
                  </a:cubicBezTo>
                  <a:cubicBezTo>
                    <a:pt x="1251" y="4915"/>
                    <a:pt x="1270" y="4917"/>
                    <a:pt x="1288" y="4917"/>
                  </a:cubicBezTo>
                  <a:cubicBezTo>
                    <a:pt x="1431" y="4917"/>
                    <a:pt x="1547" y="4797"/>
                    <a:pt x="1547" y="4658"/>
                  </a:cubicBezTo>
                  <a:lnTo>
                    <a:pt x="1547" y="2570"/>
                  </a:lnTo>
                  <a:lnTo>
                    <a:pt x="5149" y="2570"/>
                  </a:lnTo>
                  <a:lnTo>
                    <a:pt x="5149" y="7779"/>
                  </a:lnTo>
                  <a:lnTo>
                    <a:pt x="1547" y="7779"/>
                  </a:lnTo>
                  <a:lnTo>
                    <a:pt x="1547" y="5698"/>
                  </a:lnTo>
                  <a:cubicBezTo>
                    <a:pt x="1547" y="5576"/>
                    <a:pt x="1469" y="5463"/>
                    <a:pt x="1348" y="5436"/>
                  </a:cubicBezTo>
                  <a:cubicBezTo>
                    <a:pt x="1329" y="5432"/>
                    <a:pt x="1310" y="5430"/>
                    <a:pt x="1292" y="5430"/>
                  </a:cubicBezTo>
                  <a:cubicBezTo>
                    <a:pt x="1149" y="5430"/>
                    <a:pt x="1033" y="5543"/>
                    <a:pt x="1033" y="5690"/>
                  </a:cubicBezTo>
                  <a:lnTo>
                    <a:pt x="1033" y="8025"/>
                  </a:lnTo>
                  <a:cubicBezTo>
                    <a:pt x="1033" y="8163"/>
                    <a:pt x="1146" y="8276"/>
                    <a:pt x="1312" y="8276"/>
                  </a:cubicBezTo>
                  <a:lnTo>
                    <a:pt x="1312" y="8792"/>
                  </a:lnTo>
                  <a:cubicBezTo>
                    <a:pt x="1146" y="8792"/>
                    <a:pt x="1033" y="8906"/>
                    <a:pt x="1033" y="9046"/>
                  </a:cubicBezTo>
                  <a:cubicBezTo>
                    <a:pt x="1033" y="9187"/>
                    <a:pt x="1146" y="9309"/>
                    <a:pt x="1312" y="9309"/>
                  </a:cubicBezTo>
                  <a:lnTo>
                    <a:pt x="1312" y="9816"/>
                  </a:lnTo>
                  <a:cubicBezTo>
                    <a:pt x="1146" y="9816"/>
                    <a:pt x="1033" y="9938"/>
                    <a:pt x="1033" y="10078"/>
                  </a:cubicBezTo>
                  <a:cubicBezTo>
                    <a:pt x="1033" y="10217"/>
                    <a:pt x="1146" y="10332"/>
                    <a:pt x="1312" y="10332"/>
                  </a:cubicBezTo>
                  <a:lnTo>
                    <a:pt x="1312" y="10846"/>
                  </a:lnTo>
                  <a:cubicBezTo>
                    <a:pt x="1146" y="10846"/>
                    <a:pt x="1033" y="10962"/>
                    <a:pt x="1033" y="11109"/>
                  </a:cubicBezTo>
                  <a:cubicBezTo>
                    <a:pt x="1033" y="11249"/>
                    <a:pt x="1146" y="11362"/>
                    <a:pt x="1312" y="11362"/>
                  </a:cubicBezTo>
                  <a:lnTo>
                    <a:pt x="1312" y="11878"/>
                  </a:lnTo>
                  <a:cubicBezTo>
                    <a:pt x="1146" y="11878"/>
                    <a:pt x="1033" y="11992"/>
                    <a:pt x="1033" y="12132"/>
                  </a:cubicBezTo>
                  <a:cubicBezTo>
                    <a:pt x="1033" y="12273"/>
                    <a:pt x="1146" y="12395"/>
                    <a:pt x="1312" y="12395"/>
                  </a:cubicBezTo>
                  <a:lnTo>
                    <a:pt x="1312" y="12902"/>
                  </a:lnTo>
                  <a:cubicBezTo>
                    <a:pt x="1146" y="12902"/>
                    <a:pt x="1033" y="13024"/>
                    <a:pt x="1033" y="13165"/>
                  </a:cubicBezTo>
                  <a:cubicBezTo>
                    <a:pt x="1033" y="13303"/>
                    <a:pt x="1146" y="13416"/>
                    <a:pt x="1312" y="13416"/>
                  </a:cubicBezTo>
                  <a:lnTo>
                    <a:pt x="1312" y="13932"/>
                  </a:lnTo>
                  <a:cubicBezTo>
                    <a:pt x="1146" y="13932"/>
                    <a:pt x="1033" y="14046"/>
                    <a:pt x="1033" y="14195"/>
                  </a:cubicBezTo>
                  <a:cubicBezTo>
                    <a:pt x="1033" y="14335"/>
                    <a:pt x="1146" y="14448"/>
                    <a:pt x="1312" y="14448"/>
                  </a:cubicBezTo>
                  <a:lnTo>
                    <a:pt x="1312" y="14965"/>
                  </a:lnTo>
                  <a:cubicBezTo>
                    <a:pt x="1146" y="14965"/>
                    <a:pt x="1033" y="15078"/>
                    <a:pt x="1033" y="15218"/>
                  </a:cubicBezTo>
                  <a:cubicBezTo>
                    <a:pt x="1033" y="15357"/>
                    <a:pt x="1146" y="15481"/>
                    <a:pt x="1312" y="15481"/>
                  </a:cubicBezTo>
                  <a:lnTo>
                    <a:pt x="1312" y="15986"/>
                  </a:lnTo>
                  <a:cubicBezTo>
                    <a:pt x="1146" y="15986"/>
                    <a:pt x="1033" y="16110"/>
                    <a:pt x="1033" y="16248"/>
                  </a:cubicBezTo>
                  <a:cubicBezTo>
                    <a:pt x="1033" y="16389"/>
                    <a:pt x="1146" y="16502"/>
                    <a:pt x="1295" y="16521"/>
                  </a:cubicBezTo>
                  <a:lnTo>
                    <a:pt x="1390" y="16521"/>
                  </a:lnTo>
                  <a:lnTo>
                    <a:pt x="1837" y="17394"/>
                  </a:lnTo>
                  <a:cubicBezTo>
                    <a:pt x="1872" y="17482"/>
                    <a:pt x="1967" y="17534"/>
                    <a:pt x="2063" y="17551"/>
                  </a:cubicBezTo>
                  <a:lnTo>
                    <a:pt x="4633" y="17551"/>
                  </a:lnTo>
                  <a:cubicBezTo>
                    <a:pt x="4730" y="17534"/>
                    <a:pt x="4818" y="17482"/>
                    <a:pt x="4862" y="17394"/>
                  </a:cubicBezTo>
                  <a:lnTo>
                    <a:pt x="5307" y="16521"/>
                  </a:lnTo>
                  <a:lnTo>
                    <a:pt x="5395" y="16521"/>
                  </a:lnTo>
                  <a:cubicBezTo>
                    <a:pt x="5508" y="16521"/>
                    <a:pt x="5613" y="16450"/>
                    <a:pt x="5649" y="16345"/>
                  </a:cubicBezTo>
                  <a:cubicBezTo>
                    <a:pt x="5709" y="16171"/>
                    <a:pt x="5569" y="16005"/>
                    <a:pt x="5386" y="16005"/>
                  </a:cubicBezTo>
                  <a:lnTo>
                    <a:pt x="5386" y="15497"/>
                  </a:lnTo>
                  <a:cubicBezTo>
                    <a:pt x="5544" y="15497"/>
                    <a:pt x="5665" y="15376"/>
                    <a:pt x="5665" y="15235"/>
                  </a:cubicBezTo>
                  <a:cubicBezTo>
                    <a:pt x="5665" y="15095"/>
                    <a:pt x="5544" y="14981"/>
                    <a:pt x="5386" y="14981"/>
                  </a:cubicBezTo>
                  <a:lnTo>
                    <a:pt x="5386" y="14465"/>
                  </a:lnTo>
                  <a:cubicBezTo>
                    <a:pt x="5544" y="14465"/>
                    <a:pt x="5665" y="14352"/>
                    <a:pt x="5665" y="14213"/>
                  </a:cubicBezTo>
                  <a:cubicBezTo>
                    <a:pt x="5665" y="14065"/>
                    <a:pt x="5544" y="13951"/>
                    <a:pt x="5386" y="13951"/>
                  </a:cubicBezTo>
                  <a:lnTo>
                    <a:pt x="5386" y="13435"/>
                  </a:lnTo>
                  <a:cubicBezTo>
                    <a:pt x="5544" y="13435"/>
                    <a:pt x="5665" y="13322"/>
                    <a:pt x="5665" y="13181"/>
                  </a:cubicBezTo>
                  <a:cubicBezTo>
                    <a:pt x="5665" y="13041"/>
                    <a:pt x="5544" y="12919"/>
                    <a:pt x="5386" y="12919"/>
                  </a:cubicBezTo>
                  <a:lnTo>
                    <a:pt x="5386" y="12411"/>
                  </a:lnTo>
                  <a:cubicBezTo>
                    <a:pt x="5544" y="12411"/>
                    <a:pt x="5665" y="12290"/>
                    <a:pt x="5665" y="12149"/>
                  </a:cubicBezTo>
                  <a:cubicBezTo>
                    <a:pt x="5665" y="12011"/>
                    <a:pt x="5544" y="11895"/>
                    <a:pt x="5386" y="11895"/>
                  </a:cubicBezTo>
                  <a:lnTo>
                    <a:pt x="5386" y="11381"/>
                  </a:lnTo>
                  <a:cubicBezTo>
                    <a:pt x="5544" y="11381"/>
                    <a:pt x="5665" y="11266"/>
                    <a:pt x="5665" y="11119"/>
                  </a:cubicBezTo>
                  <a:cubicBezTo>
                    <a:pt x="5665" y="10978"/>
                    <a:pt x="5544" y="10865"/>
                    <a:pt x="5386" y="10865"/>
                  </a:cubicBezTo>
                  <a:lnTo>
                    <a:pt x="5386" y="10349"/>
                  </a:lnTo>
                  <a:cubicBezTo>
                    <a:pt x="5544" y="10349"/>
                    <a:pt x="5665" y="10236"/>
                    <a:pt x="5665" y="10095"/>
                  </a:cubicBezTo>
                  <a:cubicBezTo>
                    <a:pt x="5665" y="9955"/>
                    <a:pt x="5544" y="9833"/>
                    <a:pt x="5386" y="9833"/>
                  </a:cubicBezTo>
                  <a:lnTo>
                    <a:pt x="5386" y="9325"/>
                  </a:lnTo>
                  <a:cubicBezTo>
                    <a:pt x="5544" y="9325"/>
                    <a:pt x="5665" y="9204"/>
                    <a:pt x="5665" y="9063"/>
                  </a:cubicBezTo>
                  <a:cubicBezTo>
                    <a:pt x="5665" y="8925"/>
                    <a:pt x="5544" y="8811"/>
                    <a:pt x="5386" y="8811"/>
                  </a:cubicBezTo>
                  <a:lnTo>
                    <a:pt x="5386" y="8295"/>
                  </a:lnTo>
                  <a:cubicBezTo>
                    <a:pt x="5544" y="8295"/>
                    <a:pt x="5665" y="8182"/>
                    <a:pt x="5665" y="8033"/>
                  </a:cubicBezTo>
                  <a:lnTo>
                    <a:pt x="5665" y="2570"/>
                  </a:lnTo>
                  <a:lnTo>
                    <a:pt x="6435" y="2570"/>
                  </a:lnTo>
                  <a:cubicBezTo>
                    <a:pt x="6574" y="2570"/>
                    <a:pt x="6687" y="2455"/>
                    <a:pt x="6687" y="2308"/>
                  </a:cubicBezTo>
                  <a:lnTo>
                    <a:pt x="6687" y="252"/>
                  </a:lnTo>
                  <a:cubicBezTo>
                    <a:pt x="6687" y="113"/>
                    <a:pt x="6574" y="0"/>
                    <a:pt x="64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42"/>
            <p:cNvSpPr/>
            <p:nvPr/>
          </p:nvSpPr>
          <p:spPr>
            <a:xfrm>
              <a:off x="4198325" y="2589350"/>
              <a:ext cx="167250" cy="438900"/>
            </a:xfrm>
            <a:custGeom>
              <a:rect b="b" l="l" r="r" t="t"/>
              <a:pathLst>
                <a:path extrusionOk="0" h="17556" w="6690">
                  <a:moveTo>
                    <a:pt x="4478" y="510"/>
                  </a:moveTo>
                  <a:lnTo>
                    <a:pt x="4732" y="1026"/>
                  </a:lnTo>
                  <a:lnTo>
                    <a:pt x="1960" y="1026"/>
                  </a:lnTo>
                  <a:lnTo>
                    <a:pt x="2223" y="510"/>
                  </a:lnTo>
                  <a:close/>
                  <a:moveTo>
                    <a:pt x="4906" y="1542"/>
                  </a:moveTo>
                  <a:lnTo>
                    <a:pt x="4906" y="2058"/>
                  </a:lnTo>
                  <a:lnTo>
                    <a:pt x="1820" y="2058"/>
                  </a:lnTo>
                  <a:lnTo>
                    <a:pt x="1820" y="1542"/>
                  </a:lnTo>
                  <a:close/>
                  <a:moveTo>
                    <a:pt x="4906" y="2574"/>
                  </a:moveTo>
                  <a:lnTo>
                    <a:pt x="4906" y="3088"/>
                  </a:lnTo>
                  <a:lnTo>
                    <a:pt x="1820" y="3088"/>
                  </a:lnTo>
                  <a:lnTo>
                    <a:pt x="1820" y="2574"/>
                  </a:lnTo>
                  <a:close/>
                  <a:moveTo>
                    <a:pt x="4906" y="3604"/>
                  </a:moveTo>
                  <a:lnTo>
                    <a:pt x="4906" y="4112"/>
                  </a:lnTo>
                  <a:lnTo>
                    <a:pt x="1820" y="4112"/>
                  </a:lnTo>
                  <a:lnTo>
                    <a:pt x="1820" y="3604"/>
                  </a:lnTo>
                  <a:close/>
                  <a:moveTo>
                    <a:pt x="4906" y="4628"/>
                  </a:moveTo>
                  <a:lnTo>
                    <a:pt x="4906" y="5144"/>
                  </a:lnTo>
                  <a:lnTo>
                    <a:pt x="1820" y="5144"/>
                  </a:lnTo>
                  <a:lnTo>
                    <a:pt x="1820" y="4628"/>
                  </a:lnTo>
                  <a:close/>
                  <a:moveTo>
                    <a:pt x="4906" y="5658"/>
                  </a:moveTo>
                  <a:lnTo>
                    <a:pt x="4906" y="6174"/>
                  </a:lnTo>
                  <a:lnTo>
                    <a:pt x="1820" y="6174"/>
                  </a:lnTo>
                  <a:lnTo>
                    <a:pt x="1820" y="5658"/>
                  </a:lnTo>
                  <a:close/>
                  <a:moveTo>
                    <a:pt x="4906" y="6690"/>
                  </a:moveTo>
                  <a:lnTo>
                    <a:pt x="4906" y="7198"/>
                  </a:lnTo>
                  <a:lnTo>
                    <a:pt x="1820" y="7198"/>
                  </a:lnTo>
                  <a:lnTo>
                    <a:pt x="1820" y="6690"/>
                  </a:lnTo>
                  <a:close/>
                  <a:moveTo>
                    <a:pt x="4906" y="7714"/>
                  </a:moveTo>
                  <a:lnTo>
                    <a:pt x="4906" y="8228"/>
                  </a:lnTo>
                  <a:lnTo>
                    <a:pt x="1820" y="8228"/>
                  </a:lnTo>
                  <a:lnTo>
                    <a:pt x="1820" y="7714"/>
                  </a:lnTo>
                  <a:close/>
                  <a:moveTo>
                    <a:pt x="4906" y="8744"/>
                  </a:moveTo>
                  <a:lnTo>
                    <a:pt x="4906" y="9260"/>
                  </a:lnTo>
                  <a:lnTo>
                    <a:pt x="1820" y="9260"/>
                  </a:lnTo>
                  <a:lnTo>
                    <a:pt x="1820" y="8744"/>
                  </a:lnTo>
                  <a:close/>
                  <a:moveTo>
                    <a:pt x="2065" y="15501"/>
                  </a:moveTo>
                  <a:lnTo>
                    <a:pt x="2065" y="17039"/>
                  </a:lnTo>
                  <a:lnTo>
                    <a:pt x="517" y="17039"/>
                  </a:lnTo>
                  <a:lnTo>
                    <a:pt x="517" y="15501"/>
                  </a:lnTo>
                  <a:close/>
                  <a:moveTo>
                    <a:pt x="4119" y="15501"/>
                  </a:moveTo>
                  <a:lnTo>
                    <a:pt x="4119" y="17039"/>
                  </a:lnTo>
                  <a:lnTo>
                    <a:pt x="2581" y="17039"/>
                  </a:lnTo>
                  <a:lnTo>
                    <a:pt x="2581" y="15501"/>
                  </a:lnTo>
                  <a:close/>
                  <a:moveTo>
                    <a:pt x="6173" y="15501"/>
                  </a:moveTo>
                  <a:lnTo>
                    <a:pt x="6173" y="17039"/>
                  </a:lnTo>
                  <a:lnTo>
                    <a:pt x="4635" y="17039"/>
                  </a:lnTo>
                  <a:lnTo>
                    <a:pt x="4635" y="15501"/>
                  </a:lnTo>
                  <a:close/>
                  <a:moveTo>
                    <a:pt x="2026" y="0"/>
                  </a:moveTo>
                  <a:cubicBezTo>
                    <a:pt x="1943" y="0"/>
                    <a:pt x="1866" y="50"/>
                    <a:pt x="1828" y="126"/>
                  </a:cubicBezTo>
                  <a:lnTo>
                    <a:pt x="1392" y="1026"/>
                  </a:lnTo>
                  <a:lnTo>
                    <a:pt x="1287" y="1026"/>
                  </a:lnTo>
                  <a:cubicBezTo>
                    <a:pt x="1278" y="1025"/>
                    <a:pt x="1270" y="1024"/>
                    <a:pt x="1261" y="1024"/>
                  </a:cubicBezTo>
                  <a:cubicBezTo>
                    <a:pt x="1133" y="1024"/>
                    <a:pt x="1033" y="1140"/>
                    <a:pt x="1033" y="1271"/>
                  </a:cubicBezTo>
                  <a:cubicBezTo>
                    <a:pt x="1033" y="1410"/>
                    <a:pt x="1146" y="1525"/>
                    <a:pt x="1304" y="1525"/>
                  </a:cubicBezTo>
                  <a:lnTo>
                    <a:pt x="1304" y="2039"/>
                  </a:lnTo>
                  <a:cubicBezTo>
                    <a:pt x="1146" y="2039"/>
                    <a:pt x="1033" y="2155"/>
                    <a:pt x="1033" y="2293"/>
                  </a:cubicBezTo>
                  <a:cubicBezTo>
                    <a:pt x="1033" y="2442"/>
                    <a:pt x="1146" y="2555"/>
                    <a:pt x="1304" y="2555"/>
                  </a:cubicBezTo>
                  <a:lnTo>
                    <a:pt x="1304" y="3071"/>
                  </a:lnTo>
                  <a:cubicBezTo>
                    <a:pt x="1146" y="3071"/>
                    <a:pt x="1033" y="3185"/>
                    <a:pt x="1033" y="3325"/>
                  </a:cubicBezTo>
                  <a:cubicBezTo>
                    <a:pt x="1033" y="3466"/>
                    <a:pt x="1146" y="3587"/>
                    <a:pt x="1304" y="3587"/>
                  </a:cubicBezTo>
                  <a:lnTo>
                    <a:pt x="1304" y="4095"/>
                  </a:lnTo>
                  <a:cubicBezTo>
                    <a:pt x="1146" y="4095"/>
                    <a:pt x="1033" y="4217"/>
                    <a:pt x="1033" y="4357"/>
                  </a:cubicBezTo>
                  <a:cubicBezTo>
                    <a:pt x="1033" y="4496"/>
                    <a:pt x="1146" y="4609"/>
                    <a:pt x="1304" y="4609"/>
                  </a:cubicBezTo>
                  <a:lnTo>
                    <a:pt x="1304" y="5125"/>
                  </a:lnTo>
                  <a:cubicBezTo>
                    <a:pt x="1146" y="5125"/>
                    <a:pt x="1033" y="5238"/>
                    <a:pt x="1033" y="5379"/>
                  </a:cubicBezTo>
                  <a:cubicBezTo>
                    <a:pt x="1033" y="5528"/>
                    <a:pt x="1146" y="5641"/>
                    <a:pt x="1304" y="5641"/>
                  </a:cubicBezTo>
                  <a:lnTo>
                    <a:pt x="1304" y="6157"/>
                  </a:lnTo>
                  <a:cubicBezTo>
                    <a:pt x="1146" y="6157"/>
                    <a:pt x="1033" y="6271"/>
                    <a:pt x="1033" y="6411"/>
                  </a:cubicBezTo>
                  <a:cubicBezTo>
                    <a:pt x="1033" y="6550"/>
                    <a:pt x="1146" y="6673"/>
                    <a:pt x="1304" y="6673"/>
                  </a:cubicBezTo>
                  <a:lnTo>
                    <a:pt x="1304" y="7179"/>
                  </a:lnTo>
                  <a:cubicBezTo>
                    <a:pt x="1146" y="7179"/>
                    <a:pt x="1033" y="7303"/>
                    <a:pt x="1033" y="7441"/>
                  </a:cubicBezTo>
                  <a:cubicBezTo>
                    <a:pt x="1033" y="7582"/>
                    <a:pt x="1146" y="7695"/>
                    <a:pt x="1304" y="7695"/>
                  </a:cubicBezTo>
                  <a:lnTo>
                    <a:pt x="1304" y="8211"/>
                  </a:lnTo>
                  <a:cubicBezTo>
                    <a:pt x="1146" y="8211"/>
                    <a:pt x="1033" y="8324"/>
                    <a:pt x="1033" y="8473"/>
                  </a:cubicBezTo>
                  <a:cubicBezTo>
                    <a:pt x="1033" y="8614"/>
                    <a:pt x="1146" y="8727"/>
                    <a:pt x="1304" y="8727"/>
                  </a:cubicBezTo>
                  <a:lnTo>
                    <a:pt x="1304" y="9243"/>
                  </a:lnTo>
                  <a:cubicBezTo>
                    <a:pt x="1146" y="9243"/>
                    <a:pt x="1033" y="9357"/>
                    <a:pt x="1033" y="9497"/>
                  </a:cubicBezTo>
                  <a:lnTo>
                    <a:pt x="1033" y="11838"/>
                  </a:lnTo>
                  <a:cubicBezTo>
                    <a:pt x="1033" y="11962"/>
                    <a:pt x="1113" y="12076"/>
                    <a:pt x="1235" y="12101"/>
                  </a:cubicBezTo>
                  <a:cubicBezTo>
                    <a:pt x="1253" y="12105"/>
                    <a:pt x="1271" y="12107"/>
                    <a:pt x="1289" y="12107"/>
                  </a:cubicBezTo>
                  <a:cubicBezTo>
                    <a:pt x="1432" y="12107"/>
                    <a:pt x="1549" y="11987"/>
                    <a:pt x="1549" y="11847"/>
                  </a:cubicBezTo>
                  <a:lnTo>
                    <a:pt x="1549" y="9776"/>
                  </a:lnTo>
                  <a:lnTo>
                    <a:pt x="5151" y="9776"/>
                  </a:lnTo>
                  <a:lnTo>
                    <a:pt x="5151" y="14985"/>
                  </a:lnTo>
                  <a:lnTo>
                    <a:pt x="1549" y="14985"/>
                  </a:lnTo>
                  <a:lnTo>
                    <a:pt x="1549" y="12896"/>
                  </a:lnTo>
                  <a:cubicBezTo>
                    <a:pt x="1549" y="12774"/>
                    <a:pt x="1470" y="12669"/>
                    <a:pt x="1348" y="12644"/>
                  </a:cubicBezTo>
                  <a:cubicBezTo>
                    <a:pt x="1328" y="12640"/>
                    <a:pt x="1309" y="12638"/>
                    <a:pt x="1290" y="12638"/>
                  </a:cubicBezTo>
                  <a:cubicBezTo>
                    <a:pt x="1149" y="12638"/>
                    <a:pt x="1033" y="12749"/>
                    <a:pt x="1033" y="12887"/>
                  </a:cubicBezTo>
                  <a:lnTo>
                    <a:pt x="1033" y="14985"/>
                  </a:lnTo>
                  <a:lnTo>
                    <a:pt x="263" y="14985"/>
                  </a:lnTo>
                  <a:cubicBezTo>
                    <a:pt x="125" y="14985"/>
                    <a:pt x="1" y="15099"/>
                    <a:pt x="1" y="15239"/>
                  </a:cubicBezTo>
                  <a:lnTo>
                    <a:pt x="1" y="17301"/>
                  </a:lnTo>
                  <a:cubicBezTo>
                    <a:pt x="1" y="17442"/>
                    <a:pt x="125" y="17555"/>
                    <a:pt x="263" y="17555"/>
                  </a:cubicBezTo>
                  <a:lnTo>
                    <a:pt x="6435" y="17555"/>
                  </a:lnTo>
                  <a:cubicBezTo>
                    <a:pt x="6576" y="17555"/>
                    <a:pt x="6689" y="17442"/>
                    <a:pt x="6689" y="17301"/>
                  </a:cubicBezTo>
                  <a:lnTo>
                    <a:pt x="6689" y="15239"/>
                  </a:lnTo>
                  <a:cubicBezTo>
                    <a:pt x="6689" y="15099"/>
                    <a:pt x="6576" y="14985"/>
                    <a:pt x="6435" y="14985"/>
                  </a:cubicBezTo>
                  <a:lnTo>
                    <a:pt x="5665" y="14985"/>
                  </a:lnTo>
                  <a:lnTo>
                    <a:pt x="5665" y="9514"/>
                  </a:lnTo>
                  <a:cubicBezTo>
                    <a:pt x="5665" y="9373"/>
                    <a:pt x="5544" y="9260"/>
                    <a:pt x="5386" y="9260"/>
                  </a:cubicBezTo>
                  <a:lnTo>
                    <a:pt x="5386" y="8744"/>
                  </a:lnTo>
                  <a:cubicBezTo>
                    <a:pt x="5544" y="8744"/>
                    <a:pt x="5665" y="8631"/>
                    <a:pt x="5665" y="8482"/>
                  </a:cubicBezTo>
                  <a:cubicBezTo>
                    <a:pt x="5665" y="8343"/>
                    <a:pt x="5544" y="8228"/>
                    <a:pt x="5386" y="8228"/>
                  </a:cubicBezTo>
                  <a:lnTo>
                    <a:pt x="5386" y="7714"/>
                  </a:lnTo>
                  <a:cubicBezTo>
                    <a:pt x="5544" y="7714"/>
                    <a:pt x="5665" y="7599"/>
                    <a:pt x="5665" y="7460"/>
                  </a:cubicBezTo>
                  <a:cubicBezTo>
                    <a:pt x="5665" y="7320"/>
                    <a:pt x="5544" y="7198"/>
                    <a:pt x="5386" y="7198"/>
                  </a:cubicBezTo>
                  <a:lnTo>
                    <a:pt x="5386" y="6690"/>
                  </a:lnTo>
                  <a:cubicBezTo>
                    <a:pt x="5544" y="6690"/>
                    <a:pt x="5665" y="6569"/>
                    <a:pt x="5665" y="6428"/>
                  </a:cubicBezTo>
                  <a:cubicBezTo>
                    <a:pt x="5665" y="6287"/>
                    <a:pt x="5544" y="6174"/>
                    <a:pt x="5386" y="6174"/>
                  </a:cubicBezTo>
                  <a:lnTo>
                    <a:pt x="5386" y="5658"/>
                  </a:lnTo>
                  <a:cubicBezTo>
                    <a:pt x="5544" y="5658"/>
                    <a:pt x="5665" y="5545"/>
                    <a:pt x="5665" y="5396"/>
                  </a:cubicBezTo>
                  <a:cubicBezTo>
                    <a:pt x="5665" y="5257"/>
                    <a:pt x="5544" y="5144"/>
                    <a:pt x="5386" y="5144"/>
                  </a:cubicBezTo>
                  <a:lnTo>
                    <a:pt x="5386" y="4628"/>
                  </a:lnTo>
                  <a:cubicBezTo>
                    <a:pt x="5544" y="4628"/>
                    <a:pt x="5665" y="4515"/>
                    <a:pt x="5665" y="4374"/>
                  </a:cubicBezTo>
                  <a:cubicBezTo>
                    <a:pt x="5665" y="4234"/>
                    <a:pt x="5544" y="4112"/>
                    <a:pt x="5386" y="4112"/>
                  </a:cubicBezTo>
                  <a:lnTo>
                    <a:pt x="5386" y="3604"/>
                  </a:lnTo>
                  <a:cubicBezTo>
                    <a:pt x="5544" y="3604"/>
                    <a:pt x="5665" y="3483"/>
                    <a:pt x="5665" y="3342"/>
                  </a:cubicBezTo>
                  <a:cubicBezTo>
                    <a:pt x="5665" y="3203"/>
                    <a:pt x="5544" y="3088"/>
                    <a:pt x="5386" y="3088"/>
                  </a:cubicBezTo>
                  <a:lnTo>
                    <a:pt x="5386" y="2574"/>
                  </a:lnTo>
                  <a:cubicBezTo>
                    <a:pt x="5544" y="2574"/>
                    <a:pt x="5665" y="2459"/>
                    <a:pt x="5665" y="2312"/>
                  </a:cubicBezTo>
                  <a:cubicBezTo>
                    <a:pt x="5665" y="2171"/>
                    <a:pt x="5544" y="2058"/>
                    <a:pt x="5386" y="2058"/>
                  </a:cubicBezTo>
                  <a:lnTo>
                    <a:pt x="5386" y="1542"/>
                  </a:lnTo>
                  <a:cubicBezTo>
                    <a:pt x="5571" y="1542"/>
                    <a:pt x="5709" y="1376"/>
                    <a:pt x="5649" y="1200"/>
                  </a:cubicBezTo>
                  <a:cubicBezTo>
                    <a:pt x="5613" y="1095"/>
                    <a:pt x="5508" y="1026"/>
                    <a:pt x="5395" y="1026"/>
                  </a:cubicBezTo>
                  <a:lnTo>
                    <a:pt x="5309" y="1026"/>
                  </a:lnTo>
                  <a:lnTo>
                    <a:pt x="4862" y="126"/>
                  </a:lnTo>
                  <a:cubicBezTo>
                    <a:pt x="4824" y="50"/>
                    <a:pt x="4755" y="0"/>
                    <a:pt x="4674" y="0"/>
                  </a:cubicBezTo>
                  <a:cubicBezTo>
                    <a:pt x="4662" y="0"/>
                    <a:pt x="4648" y="2"/>
                    <a:pt x="4635" y="4"/>
                  </a:cubicBezTo>
                  <a:lnTo>
                    <a:pt x="2065" y="4"/>
                  </a:lnTo>
                  <a:cubicBezTo>
                    <a:pt x="2052" y="2"/>
                    <a:pt x="2039" y="0"/>
                    <a:pt x="20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27" name="Shape 16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8" name="Google Shape;16428;p43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does this solve problems?</a:t>
            </a:r>
            <a:endParaRPr/>
          </a:p>
        </p:txBody>
      </p:sp>
      <p:sp>
        <p:nvSpPr>
          <p:cNvPr id="16429" name="Google Shape;16429;p43"/>
          <p:cNvSpPr txBox="1"/>
          <p:nvPr>
            <p:ph idx="2" type="subTitle"/>
          </p:nvPr>
        </p:nvSpPr>
        <p:spPr>
          <a:xfrm>
            <a:off x="713225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latin typeface="Poppins"/>
                <a:ea typeface="Poppins"/>
                <a:cs typeface="Poppins"/>
                <a:sym typeface="Poppins"/>
              </a:rPr>
              <a:t>Electricity Costs</a:t>
            </a:r>
            <a:endParaRPr b="1" sz="17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430" name="Google Shape;16430;p43"/>
          <p:cNvSpPr txBox="1"/>
          <p:nvPr>
            <p:ph idx="3" type="subTitle"/>
          </p:nvPr>
        </p:nvSpPr>
        <p:spPr>
          <a:xfrm>
            <a:off x="2596046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 default automatic mode, you can’t forget to turn on the vent.</a:t>
            </a:r>
            <a:endParaRPr/>
          </a:p>
        </p:txBody>
      </p:sp>
      <p:sp>
        <p:nvSpPr>
          <p:cNvPr id="16431" name="Google Shape;16431;p43"/>
          <p:cNvSpPr txBox="1"/>
          <p:nvPr>
            <p:ph idx="5" type="subTitle"/>
          </p:nvPr>
        </p:nvSpPr>
        <p:spPr>
          <a:xfrm>
            <a:off x="4478867" y="3851001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Manual override buttons in case of sensor failure.</a:t>
            </a:r>
            <a:endParaRPr/>
          </a:p>
        </p:txBody>
      </p:sp>
      <p:sp>
        <p:nvSpPr>
          <p:cNvPr id="16432" name="Google Shape;16432;p43"/>
          <p:cNvSpPr txBox="1"/>
          <p:nvPr>
            <p:ph idx="1" type="subTitle"/>
          </p:nvPr>
        </p:nvSpPr>
        <p:spPr>
          <a:xfrm>
            <a:off x="713225" y="3851000"/>
            <a:ext cx="2069100" cy="7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Fan having downtime saves power</a:t>
            </a:r>
            <a:endParaRPr/>
          </a:p>
        </p:txBody>
      </p:sp>
      <p:sp>
        <p:nvSpPr>
          <p:cNvPr id="16433" name="Google Shape;16433;p43"/>
          <p:cNvSpPr txBox="1"/>
          <p:nvPr>
            <p:ph idx="7" type="subTitle"/>
          </p:nvPr>
        </p:nvSpPr>
        <p:spPr>
          <a:xfrm>
            <a:off x="6361688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Still reduces mold growth chance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4" name="Google Shape;16434;p43"/>
          <p:cNvSpPr txBox="1"/>
          <p:nvPr>
            <p:ph idx="4" type="subTitle"/>
          </p:nvPr>
        </p:nvSpPr>
        <p:spPr>
          <a:xfrm>
            <a:off x="2596046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/>
              <a:t>Hands off</a:t>
            </a:r>
            <a:endParaRPr sz="2300"/>
          </a:p>
        </p:txBody>
      </p:sp>
      <p:sp>
        <p:nvSpPr>
          <p:cNvPr id="16435" name="Google Shape;16435;p43"/>
          <p:cNvSpPr txBox="1"/>
          <p:nvPr>
            <p:ph idx="6" type="subTitle"/>
          </p:nvPr>
        </p:nvSpPr>
        <p:spPr>
          <a:xfrm>
            <a:off x="4478866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latin typeface="Poppins"/>
                <a:ea typeface="Poppins"/>
                <a:cs typeface="Poppins"/>
                <a:sym typeface="Poppins"/>
              </a:rPr>
              <a:t>Built in </a:t>
            </a:r>
            <a:r>
              <a:rPr b="1" lang="en" sz="1300">
                <a:latin typeface="Poppins"/>
                <a:ea typeface="Poppins"/>
                <a:cs typeface="Poppins"/>
                <a:sym typeface="Poppins"/>
              </a:rPr>
              <a:t>Redundancy</a:t>
            </a:r>
            <a:endParaRPr b="1" sz="1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436" name="Google Shape;16436;p43"/>
          <p:cNvSpPr txBox="1"/>
          <p:nvPr>
            <p:ph idx="8" type="subTitle"/>
          </p:nvPr>
        </p:nvSpPr>
        <p:spPr>
          <a:xfrm>
            <a:off x="6361687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/>
              <a:t>Mold Growth</a:t>
            </a:r>
            <a:endParaRPr/>
          </a:p>
        </p:txBody>
      </p:sp>
      <p:grpSp>
        <p:nvGrpSpPr>
          <p:cNvPr id="16437" name="Google Shape;16437;p43"/>
          <p:cNvGrpSpPr/>
          <p:nvPr/>
        </p:nvGrpSpPr>
        <p:grpSpPr>
          <a:xfrm>
            <a:off x="5349094" y="2982518"/>
            <a:ext cx="328656" cy="356769"/>
            <a:chOff x="6948375" y="3310325"/>
            <a:chExt cx="404500" cy="439100"/>
          </a:xfrm>
        </p:grpSpPr>
        <p:sp>
          <p:nvSpPr>
            <p:cNvPr id="16438" name="Google Shape;16438;p43"/>
            <p:cNvSpPr/>
            <p:nvPr/>
          </p:nvSpPr>
          <p:spPr>
            <a:xfrm>
              <a:off x="7190050" y="3331775"/>
              <a:ext cx="137925" cy="138125"/>
            </a:xfrm>
            <a:custGeom>
              <a:rect b="b" l="l" r="r" t="t"/>
              <a:pathLst>
                <a:path extrusionOk="0" h="5525" w="5517">
                  <a:moveTo>
                    <a:pt x="3018" y="517"/>
                  </a:moveTo>
                  <a:lnTo>
                    <a:pt x="3018" y="2510"/>
                  </a:lnTo>
                  <a:lnTo>
                    <a:pt x="2502" y="2510"/>
                  </a:lnTo>
                  <a:lnTo>
                    <a:pt x="2502" y="517"/>
                  </a:lnTo>
                  <a:close/>
                  <a:moveTo>
                    <a:pt x="5000" y="517"/>
                  </a:moveTo>
                  <a:lnTo>
                    <a:pt x="5000" y="5009"/>
                  </a:lnTo>
                  <a:lnTo>
                    <a:pt x="517" y="5009"/>
                  </a:lnTo>
                  <a:lnTo>
                    <a:pt x="517" y="517"/>
                  </a:lnTo>
                  <a:lnTo>
                    <a:pt x="1986" y="517"/>
                  </a:lnTo>
                  <a:lnTo>
                    <a:pt x="1986" y="2762"/>
                  </a:lnTo>
                  <a:cubicBezTo>
                    <a:pt x="1986" y="2902"/>
                    <a:pt x="2099" y="3024"/>
                    <a:pt x="2248" y="3024"/>
                  </a:cubicBezTo>
                  <a:lnTo>
                    <a:pt x="3270" y="3024"/>
                  </a:lnTo>
                  <a:cubicBezTo>
                    <a:pt x="3418" y="3024"/>
                    <a:pt x="3532" y="2902"/>
                    <a:pt x="3532" y="2762"/>
                  </a:cubicBezTo>
                  <a:lnTo>
                    <a:pt x="3532" y="517"/>
                  </a:lnTo>
                  <a:close/>
                  <a:moveTo>
                    <a:pt x="255" y="1"/>
                  </a:moveTo>
                  <a:cubicBezTo>
                    <a:pt x="114" y="1"/>
                    <a:pt x="1" y="123"/>
                    <a:pt x="1" y="263"/>
                  </a:cubicBezTo>
                  <a:lnTo>
                    <a:pt x="1" y="5271"/>
                  </a:lnTo>
                  <a:cubicBezTo>
                    <a:pt x="1" y="5411"/>
                    <a:pt x="114" y="5525"/>
                    <a:pt x="255" y="5525"/>
                  </a:cubicBezTo>
                  <a:lnTo>
                    <a:pt x="5263" y="5525"/>
                  </a:lnTo>
                  <a:cubicBezTo>
                    <a:pt x="5403" y="5525"/>
                    <a:pt x="5516" y="5411"/>
                    <a:pt x="5516" y="5271"/>
                  </a:cubicBezTo>
                  <a:lnTo>
                    <a:pt x="5516" y="263"/>
                  </a:lnTo>
                  <a:cubicBezTo>
                    <a:pt x="5516" y="123"/>
                    <a:pt x="5403" y="1"/>
                    <a:pt x="5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43"/>
            <p:cNvSpPr/>
            <p:nvPr/>
          </p:nvSpPr>
          <p:spPr>
            <a:xfrm>
              <a:off x="7039075" y="3331775"/>
              <a:ext cx="138100" cy="138125"/>
            </a:xfrm>
            <a:custGeom>
              <a:rect b="b" l="l" r="r" t="t"/>
              <a:pathLst>
                <a:path extrusionOk="0" h="5525" w="5524">
                  <a:moveTo>
                    <a:pt x="3025" y="517"/>
                  </a:moveTo>
                  <a:lnTo>
                    <a:pt x="3025" y="2510"/>
                  </a:lnTo>
                  <a:lnTo>
                    <a:pt x="2509" y="2510"/>
                  </a:lnTo>
                  <a:lnTo>
                    <a:pt x="2509" y="517"/>
                  </a:lnTo>
                  <a:close/>
                  <a:moveTo>
                    <a:pt x="5008" y="517"/>
                  </a:moveTo>
                  <a:lnTo>
                    <a:pt x="5008" y="5009"/>
                  </a:lnTo>
                  <a:lnTo>
                    <a:pt x="516" y="5009"/>
                  </a:lnTo>
                  <a:lnTo>
                    <a:pt x="516" y="517"/>
                  </a:lnTo>
                  <a:lnTo>
                    <a:pt x="1993" y="517"/>
                  </a:lnTo>
                  <a:lnTo>
                    <a:pt x="1993" y="2762"/>
                  </a:lnTo>
                  <a:cubicBezTo>
                    <a:pt x="1993" y="2902"/>
                    <a:pt x="2106" y="3024"/>
                    <a:pt x="2247" y="3024"/>
                  </a:cubicBezTo>
                  <a:lnTo>
                    <a:pt x="3277" y="3024"/>
                  </a:lnTo>
                  <a:cubicBezTo>
                    <a:pt x="3418" y="3024"/>
                    <a:pt x="3531" y="2902"/>
                    <a:pt x="3531" y="2762"/>
                  </a:cubicBezTo>
                  <a:lnTo>
                    <a:pt x="3531" y="517"/>
                  </a:lnTo>
                  <a:close/>
                  <a:moveTo>
                    <a:pt x="262" y="1"/>
                  </a:moveTo>
                  <a:cubicBezTo>
                    <a:pt x="122" y="1"/>
                    <a:pt x="0" y="123"/>
                    <a:pt x="0" y="263"/>
                  </a:cubicBezTo>
                  <a:lnTo>
                    <a:pt x="0" y="5271"/>
                  </a:lnTo>
                  <a:cubicBezTo>
                    <a:pt x="0" y="5411"/>
                    <a:pt x="122" y="5525"/>
                    <a:pt x="262" y="5525"/>
                  </a:cubicBezTo>
                  <a:lnTo>
                    <a:pt x="5270" y="5525"/>
                  </a:lnTo>
                  <a:cubicBezTo>
                    <a:pt x="5411" y="5525"/>
                    <a:pt x="5524" y="5411"/>
                    <a:pt x="5524" y="5271"/>
                  </a:cubicBezTo>
                  <a:lnTo>
                    <a:pt x="5524" y="263"/>
                  </a:lnTo>
                  <a:cubicBezTo>
                    <a:pt x="5524" y="123"/>
                    <a:pt x="5411" y="1"/>
                    <a:pt x="52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43"/>
            <p:cNvSpPr/>
            <p:nvPr/>
          </p:nvSpPr>
          <p:spPr>
            <a:xfrm>
              <a:off x="7190050" y="3482775"/>
              <a:ext cx="137925" cy="137925"/>
            </a:xfrm>
            <a:custGeom>
              <a:rect b="b" l="l" r="r" t="t"/>
              <a:pathLst>
                <a:path extrusionOk="0" h="5517" w="5517">
                  <a:moveTo>
                    <a:pt x="3018" y="517"/>
                  </a:moveTo>
                  <a:lnTo>
                    <a:pt x="3018" y="2501"/>
                  </a:lnTo>
                  <a:lnTo>
                    <a:pt x="2502" y="2501"/>
                  </a:lnTo>
                  <a:lnTo>
                    <a:pt x="2502" y="517"/>
                  </a:lnTo>
                  <a:close/>
                  <a:moveTo>
                    <a:pt x="5000" y="517"/>
                  </a:moveTo>
                  <a:lnTo>
                    <a:pt x="5000" y="5000"/>
                  </a:lnTo>
                  <a:lnTo>
                    <a:pt x="517" y="5000"/>
                  </a:lnTo>
                  <a:lnTo>
                    <a:pt x="517" y="517"/>
                  </a:lnTo>
                  <a:lnTo>
                    <a:pt x="1986" y="517"/>
                  </a:lnTo>
                  <a:lnTo>
                    <a:pt x="1986" y="2764"/>
                  </a:lnTo>
                  <a:cubicBezTo>
                    <a:pt x="1986" y="2902"/>
                    <a:pt x="2099" y="3015"/>
                    <a:pt x="2248" y="3015"/>
                  </a:cubicBezTo>
                  <a:lnTo>
                    <a:pt x="3270" y="3015"/>
                  </a:lnTo>
                  <a:cubicBezTo>
                    <a:pt x="3418" y="3015"/>
                    <a:pt x="3532" y="2902"/>
                    <a:pt x="3532" y="2764"/>
                  </a:cubicBezTo>
                  <a:lnTo>
                    <a:pt x="3532" y="517"/>
                  </a:lnTo>
                  <a:close/>
                  <a:moveTo>
                    <a:pt x="255" y="1"/>
                  </a:moveTo>
                  <a:cubicBezTo>
                    <a:pt x="114" y="1"/>
                    <a:pt x="1" y="114"/>
                    <a:pt x="1" y="255"/>
                  </a:cubicBezTo>
                  <a:lnTo>
                    <a:pt x="1" y="5262"/>
                  </a:lnTo>
                  <a:cubicBezTo>
                    <a:pt x="1" y="5403"/>
                    <a:pt x="114" y="5516"/>
                    <a:pt x="255" y="5516"/>
                  </a:cubicBezTo>
                  <a:lnTo>
                    <a:pt x="5263" y="5516"/>
                  </a:lnTo>
                  <a:cubicBezTo>
                    <a:pt x="5403" y="5516"/>
                    <a:pt x="5516" y="5403"/>
                    <a:pt x="5516" y="5262"/>
                  </a:cubicBezTo>
                  <a:lnTo>
                    <a:pt x="5516" y="255"/>
                  </a:lnTo>
                  <a:cubicBezTo>
                    <a:pt x="5516" y="114"/>
                    <a:pt x="5403" y="1"/>
                    <a:pt x="5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43"/>
            <p:cNvSpPr/>
            <p:nvPr/>
          </p:nvSpPr>
          <p:spPr>
            <a:xfrm>
              <a:off x="7039075" y="3482775"/>
              <a:ext cx="138100" cy="137925"/>
            </a:xfrm>
            <a:custGeom>
              <a:rect b="b" l="l" r="r" t="t"/>
              <a:pathLst>
                <a:path extrusionOk="0" h="5517" w="5524">
                  <a:moveTo>
                    <a:pt x="3025" y="517"/>
                  </a:moveTo>
                  <a:lnTo>
                    <a:pt x="3025" y="2501"/>
                  </a:lnTo>
                  <a:lnTo>
                    <a:pt x="2509" y="2501"/>
                  </a:lnTo>
                  <a:lnTo>
                    <a:pt x="2509" y="517"/>
                  </a:lnTo>
                  <a:close/>
                  <a:moveTo>
                    <a:pt x="5008" y="517"/>
                  </a:moveTo>
                  <a:lnTo>
                    <a:pt x="5008" y="5000"/>
                  </a:lnTo>
                  <a:lnTo>
                    <a:pt x="516" y="5000"/>
                  </a:lnTo>
                  <a:lnTo>
                    <a:pt x="516" y="517"/>
                  </a:lnTo>
                  <a:lnTo>
                    <a:pt x="1993" y="517"/>
                  </a:lnTo>
                  <a:lnTo>
                    <a:pt x="1993" y="2764"/>
                  </a:lnTo>
                  <a:cubicBezTo>
                    <a:pt x="1993" y="2902"/>
                    <a:pt x="2106" y="3015"/>
                    <a:pt x="2247" y="3015"/>
                  </a:cubicBezTo>
                  <a:lnTo>
                    <a:pt x="3277" y="3015"/>
                  </a:lnTo>
                  <a:cubicBezTo>
                    <a:pt x="3418" y="3015"/>
                    <a:pt x="3531" y="2902"/>
                    <a:pt x="3531" y="2764"/>
                  </a:cubicBezTo>
                  <a:lnTo>
                    <a:pt x="3531" y="517"/>
                  </a:lnTo>
                  <a:close/>
                  <a:moveTo>
                    <a:pt x="262" y="1"/>
                  </a:moveTo>
                  <a:cubicBezTo>
                    <a:pt x="122" y="1"/>
                    <a:pt x="0" y="114"/>
                    <a:pt x="0" y="255"/>
                  </a:cubicBezTo>
                  <a:lnTo>
                    <a:pt x="0" y="5262"/>
                  </a:lnTo>
                  <a:cubicBezTo>
                    <a:pt x="0" y="5403"/>
                    <a:pt x="122" y="5516"/>
                    <a:pt x="262" y="5516"/>
                  </a:cubicBezTo>
                  <a:lnTo>
                    <a:pt x="5270" y="5516"/>
                  </a:lnTo>
                  <a:cubicBezTo>
                    <a:pt x="5411" y="5516"/>
                    <a:pt x="5524" y="5403"/>
                    <a:pt x="5524" y="5262"/>
                  </a:cubicBezTo>
                  <a:lnTo>
                    <a:pt x="5524" y="255"/>
                  </a:lnTo>
                  <a:cubicBezTo>
                    <a:pt x="5524" y="114"/>
                    <a:pt x="5411" y="1"/>
                    <a:pt x="52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43"/>
            <p:cNvSpPr/>
            <p:nvPr/>
          </p:nvSpPr>
          <p:spPr>
            <a:xfrm>
              <a:off x="6948375" y="3310325"/>
              <a:ext cx="404500" cy="439100"/>
            </a:xfrm>
            <a:custGeom>
              <a:rect b="b" l="l" r="r" t="t"/>
              <a:pathLst>
                <a:path extrusionOk="0" h="17564" w="16180">
                  <a:moveTo>
                    <a:pt x="813" y="509"/>
                  </a:moveTo>
                  <a:cubicBezTo>
                    <a:pt x="1801" y="517"/>
                    <a:pt x="2604" y="1322"/>
                    <a:pt x="2604" y="2309"/>
                  </a:cubicBezTo>
                  <a:lnTo>
                    <a:pt x="2604" y="3263"/>
                  </a:lnTo>
                  <a:lnTo>
                    <a:pt x="2090" y="3263"/>
                  </a:lnTo>
                  <a:lnTo>
                    <a:pt x="2090" y="2309"/>
                  </a:lnTo>
                  <a:cubicBezTo>
                    <a:pt x="2090" y="1602"/>
                    <a:pt x="1513" y="1025"/>
                    <a:pt x="804" y="1025"/>
                  </a:cubicBezTo>
                  <a:cubicBezTo>
                    <a:pt x="647" y="1025"/>
                    <a:pt x="517" y="876"/>
                    <a:pt x="550" y="710"/>
                  </a:cubicBezTo>
                  <a:cubicBezTo>
                    <a:pt x="578" y="588"/>
                    <a:pt x="691" y="509"/>
                    <a:pt x="813" y="509"/>
                  </a:cubicBezTo>
                  <a:close/>
                  <a:moveTo>
                    <a:pt x="2604" y="3777"/>
                  </a:moveTo>
                  <a:lnTo>
                    <a:pt x="2604" y="12930"/>
                  </a:lnTo>
                  <a:lnTo>
                    <a:pt x="2090" y="12930"/>
                  </a:lnTo>
                  <a:lnTo>
                    <a:pt x="2090" y="3777"/>
                  </a:lnTo>
                  <a:close/>
                  <a:moveTo>
                    <a:pt x="15664" y="13446"/>
                  </a:moveTo>
                  <a:lnTo>
                    <a:pt x="15664" y="13962"/>
                  </a:lnTo>
                  <a:lnTo>
                    <a:pt x="2090" y="13962"/>
                  </a:lnTo>
                  <a:lnTo>
                    <a:pt x="2090" y="13446"/>
                  </a:lnTo>
                  <a:close/>
                  <a:moveTo>
                    <a:pt x="4406" y="14460"/>
                  </a:moveTo>
                  <a:cubicBezTo>
                    <a:pt x="5113" y="14460"/>
                    <a:pt x="5690" y="15036"/>
                    <a:pt x="5690" y="15746"/>
                  </a:cubicBezTo>
                  <a:cubicBezTo>
                    <a:pt x="5690" y="16453"/>
                    <a:pt x="5113" y="17029"/>
                    <a:pt x="4406" y="17029"/>
                  </a:cubicBezTo>
                  <a:cubicBezTo>
                    <a:pt x="3697" y="17029"/>
                    <a:pt x="3120" y="16453"/>
                    <a:pt x="3120" y="15746"/>
                  </a:cubicBezTo>
                  <a:cubicBezTo>
                    <a:pt x="3120" y="15036"/>
                    <a:pt x="3697" y="14460"/>
                    <a:pt x="4406" y="14460"/>
                  </a:cubicBezTo>
                  <a:close/>
                  <a:moveTo>
                    <a:pt x="13367" y="14460"/>
                  </a:moveTo>
                  <a:cubicBezTo>
                    <a:pt x="14074" y="14460"/>
                    <a:pt x="14650" y="15036"/>
                    <a:pt x="14650" y="15746"/>
                  </a:cubicBezTo>
                  <a:cubicBezTo>
                    <a:pt x="14650" y="16453"/>
                    <a:pt x="14074" y="17029"/>
                    <a:pt x="13367" y="17029"/>
                  </a:cubicBezTo>
                  <a:cubicBezTo>
                    <a:pt x="12657" y="17029"/>
                    <a:pt x="12081" y="16453"/>
                    <a:pt x="12081" y="15746"/>
                  </a:cubicBezTo>
                  <a:cubicBezTo>
                    <a:pt x="12081" y="15036"/>
                    <a:pt x="12657" y="14460"/>
                    <a:pt x="13367" y="14460"/>
                  </a:cubicBezTo>
                  <a:close/>
                  <a:moveTo>
                    <a:pt x="821" y="1"/>
                  </a:moveTo>
                  <a:cubicBezTo>
                    <a:pt x="420" y="1"/>
                    <a:pt x="70" y="307"/>
                    <a:pt x="34" y="710"/>
                  </a:cubicBezTo>
                  <a:cubicBezTo>
                    <a:pt x="1" y="1165"/>
                    <a:pt x="360" y="1549"/>
                    <a:pt x="804" y="1549"/>
                  </a:cubicBezTo>
                  <a:cubicBezTo>
                    <a:pt x="1232" y="1549"/>
                    <a:pt x="1574" y="1899"/>
                    <a:pt x="1574" y="2319"/>
                  </a:cubicBezTo>
                  <a:lnTo>
                    <a:pt x="1574" y="14214"/>
                  </a:lnTo>
                  <a:cubicBezTo>
                    <a:pt x="1574" y="14363"/>
                    <a:pt x="1688" y="14476"/>
                    <a:pt x="1836" y="14476"/>
                  </a:cubicBezTo>
                  <a:lnTo>
                    <a:pt x="3148" y="14476"/>
                  </a:lnTo>
                  <a:cubicBezTo>
                    <a:pt x="2789" y="14827"/>
                    <a:pt x="2571" y="15326"/>
                    <a:pt x="2604" y="15867"/>
                  </a:cubicBezTo>
                  <a:cubicBezTo>
                    <a:pt x="2657" y="16784"/>
                    <a:pt x="3410" y="17518"/>
                    <a:pt x="4327" y="17562"/>
                  </a:cubicBezTo>
                  <a:cubicBezTo>
                    <a:pt x="4348" y="17563"/>
                    <a:pt x="4370" y="17563"/>
                    <a:pt x="4391" y="17563"/>
                  </a:cubicBezTo>
                  <a:cubicBezTo>
                    <a:pt x="5394" y="17563"/>
                    <a:pt x="6206" y="16754"/>
                    <a:pt x="6206" y="15762"/>
                  </a:cubicBezTo>
                  <a:cubicBezTo>
                    <a:pt x="6206" y="15255"/>
                    <a:pt x="5997" y="14802"/>
                    <a:pt x="5665" y="14476"/>
                  </a:cubicBezTo>
                  <a:lnTo>
                    <a:pt x="12108" y="14476"/>
                  </a:lnTo>
                  <a:cubicBezTo>
                    <a:pt x="11827" y="14749"/>
                    <a:pt x="11644" y="15106"/>
                    <a:pt x="11583" y="15500"/>
                  </a:cubicBezTo>
                  <a:lnTo>
                    <a:pt x="6985" y="15500"/>
                  </a:lnTo>
                  <a:cubicBezTo>
                    <a:pt x="6853" y="15500"/>
                    <a:pt x="6739" y="15597"/>
                    <a:pt x="6722" y="15727"/>
                  </a:cubicBezTo>
                  <a:cubicBezTo>
                    <a:pt x="6706" y="15884"/>
                    <a:pt x="6819" y="16016"/>
                    <a:pt x="6976" y="16016"/>
                  </a:cubicBezTo>
                  <a:lnTo>
                    <a:pt x="11583" y="16016"/>
                  </a:lnTo>
                  <a:cubicBezTo>
                    <a:pt x="11709" y="16889"/>
                    <a:pt x="12460" y="17556"/>
                    <a:pt x="13359" y="17556"/>
                  </a:cubicBezTo>
                  <a:cubicBezTo>
                    <a:pt x="13387" y="17556"/>
                    <a:pt x="13415" y="17555"/>
                    <a:pt x="13444" y="17554"/>
                  </a:cubicBezTo>
                  <a:cubicBezTo>
                    <a:pt x="14363" y="17518"/>
                    <a:pt x="15106" y="16784"/>
                    <a:pt x="15158" y="15867"/>
                  </a:cubicBezTo>
                  <a:cubicBezTo>
                    <a:pt x="15192" y="15326"/>
                    <a:pt x="14982" y="14827"/>
                    <a:pt x="14625" y="14476"/>
                  </a:cubicBezTo>
                  <a:lnTo>
                    <a:pt x="15926" y="14476"/>
                  </a:lnTo>
                  <a:cubicBezTo>
                    <a:pt x="16067" y="14476"/>
                    <a:pt x="16180" y="14363"/>
                    <a:pt x="16180" y="14214"/>
                  </a:cubicBezTo>
                  <a:lnTo>
                    <a:pt x="16180" y="13192"/>
                  </a:lnTo>
                  <a:cubicBezTo>
                    <a:pt x="16180" y="13043"/>
                    <a:pt x="16067" y="12930"/>
                    <a:pt x="15926" y="12930"/>
                  </a:cubicBezTo>
                  <a:lnTo>
                    <a:pt x="3120" y="12930"/>
                  </a:lnTo>
                  <a:lnTo>
                    <a:pt x="3120" y="2319"/>
                  </a:lnTo>
                  <a:cubicBezTo>
                    <a:pt x="3120" y="1050"/>
                    <a:pt x="2090" y="20"/>
                    <a:pt x="8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43"/>
            <p:cNvSpPr/>
            <p:nvPr/>
          </p:nvSpPr>
          <p:spPr>
            <a:xfrm>
              <a:off x="7039075" y="3684700"/>
              <a:ext cx="38675" cy="38475"/>
            </a:xfrm>
            <a:custGeom>
              <a:rect b="b" l="l" r="r" t="t"/>
              <a:pathLst>
                <a:path extrusionOk="0" h="1539" w="1547">
                  <a:moveTo>
                    <a:pt x="778" y="508"/>
                  </a:moveTo>
                  <a:cubicBezTo>
                    <a:pt x="917" y="508"/>
                    <a:pt x="1032" y="630"/>
                    <a:pt x="1032" y="771"/>
                  </a:cubicBezTo>
                  <a:cubicBezTo>
                    <a:pt x="1032" y="909"/>
                    <a:pt x="917" y="1022"/>
                    <a:pt x="778" y="1022"/>
                  </a:cubicBezTo>
                  <a:cubicBezTo>
                    <a:pt x="629" y="1022"/>
                    <a:pt x="516" y="909"/>
                    <a:pt x="516" y="771"/>
                  </a:cubicBezTo>
                  <a:cubicBezTo>
                    <a:pt x="516" y="630"/>
                    <a:pt x="629" y="508"/>
                    <a:pt x="778" y="508"/>
                  </a:cubicBezTo>
                  <a:close/>
                  <a:moveTo>
                    <a:pt x="778" y="1"/>
                  </a:moveTo>
                  <a:cubicBezTo>
                    <a:pt x="350" y="1"/>
                    <a:pt x="0" y="340"/>
                    <a:pt x="0" y="771"/>
                  </a:cubicBezTo>
                  <a:cubicBezTo>
                    <a:pt x="0" y="1190"/>
                    <a:pt x="350" y="1538"/>
                    <a:pt x="778" y="1538"/>
                  </a:cubicBezTo>
                  <a:cubicBezTo>
                    <a:pt x="1198" y="1538"/>
                    <a:pt x="1546" y="1190"/>
                    <a:pt x="1546" y="771"/>
                  </a:cubicBezTo>
                  <a:cubicBezTo>
                    <a:pt x="1546" y="340"/>
                    <a:pt x="1198" y="1"/>
                    <a:pt x="7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43"/>
            <p:cNvSpPr/>
            <p:nvPr/>
          </p:nvSpPr>
          <p:spPr>
            <a:xfrm>
              <a:off x="7263275" y="3684700"/>
              <a:ext cx="38475" cy="38475"/>
            </a:xfrm>
            <a:custGeom>
              <a:rect b="b" l="l" r="r" t="t"/>
              <a:pathLst>
                <a:path extrusionOk="0" h="1539" w="1539">
                  <a:moveTo>
                    <a:pt x="771" y="508"/>
                  </a:moveTo>
                  <a:cubicBezTo>
                    <a:pt x="909" y="508"/>
                    <a:pt x="1022" y="630"/>
                    <a:pt x="1022" y="771"/>
                  </a:cubicBezTo>
                  <a:cubicBezTo>
                    <a:pt x="1022" y="909"/>
                    <a:pt x="909" y="1022"/>
                    <a:pt x="771" y="1022"/>
                  </a:cubicBezTo>
                  <a:cubicBezTo>
                    <a:pt x="630" y="1022"/>
                    <a:pt x="508" y="909"/>
                    <a:pt x="508" y="771"/>
                  </a:cubicBezTo>
                  <a:cubicBezTo>
                    <a:pt x="508" y="630"/>
                    <a:pt x="630" y="508"/>
                    <a:pt x="771" y="508"/>
                  </a:cubicBezTo>
                  <a:close/>
                  <a:moveTo>
                    <a:pt x="771" y="1"/>
                  </a:moveTo>
                  <a:cubicBezTo>
                    <a:pt x="341" y="1"/>
                    <a:pt x="1" y="340"/>
                    <a:pt x="1" y="771"/>
                  </a:cubicBezTo>
                  <a:cubicBezTo>
                    <a:pt x="1" y="1190"/>
                    <a:pt x="341" y="1538"/>
                    <a:pt x="771" y="1538"/>
                  </a:cubicBezTo>
                  <a:cubicBezTo>
                    <a:pt x="1190" y="1538"/>
                    <a:pt x="1538" y="1190"/>
                    <a:pt x="1538" y="771"/>
                  </a:cubicBezTo>
                  <a:cubicBezTo>
                    <a:pt x="1538" y="340"/>
                    <a:pt x="1190" y="1"/>
                    <a:pt x="7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5" name="Google Shape;16445;p43"/>
          <p:cNvGrpSpPr/>
          <p:nvPr/>
        </p:nvGrpSpPr>
        <p:grpSpPr>
          <a:xfrm>
            <a:off x="1550164" y="2982534"/>
            <a:ext cx="356748" cy="356748"/>
            <a:chOff x="5448575" y="4036725"/>
            <a:chExt cx="439075" cy="439075"/>
          </a:xfrm>
        </p:grpSpPr>
        <p:sp>
          <p:nvSpPr>
            <p:cNvPr id="16446" name="Google Shape;16446;p43"/>
            <p:cNvSpPr/>
            <p:nvPr/>
          </p:nvSpPr>
          <p:spPr>
            <a:xfrm>
              <a:off x="5749475" y="4135325"/>
              <a:ext cx="137975" cy="138125"/>
            </a:xfrm>
            <a:custGeom>
              <a:rect b="b" l="l" r="r" t="t"/>
              <a:pathLst>
                <a:path extrusionOk="0" h="5525" w="5519">
                  <a:moveTo>
                    <a:pt x="3017" y="515"/>
                  </a:moveTo>
                  <a:lnTo>
                    <a:pt x="3017" y="2508"/>
                  </a:lnTo>
                  <a:lnTo>
                    <a:pt x="2501" y="2508"/>
                  </a:lnTo>
                  <a:lnTo>
                    <a:pt x="2501" y="515"/>
                  </a:lnTo>
                  <a:close/>
                  <a:moveTo>
                    <a:pt x="5002" y="515"/>
                  </a:moveTo>
                  <a:lnTo>
                    <a:pt x="5002" y="5008"/>
                  </a:lnTo>
                  <a:lnTo>
                    <a:pt x="508" y="5008"/>
                  </a:lnTo>
                  <a:lnTo>
                    <a:pt x="508" y="515"/>
                  </a:lnTo>
                  <a:lnTo>
                    <a:pt x="1985" y="515"/>
                  </a:lnTo>
                  <a:lnTo>
                    <a:pt x="1985" y="2762"/>
                  </a:lnTo>
                  <a:cubicBezTo>
                    <a:pt x="1985" y="2902"/>
                    <a:pt x="2099" y="3024"/>
                    <a:pt x="2248" y="3024"/>
                  </a:cubicBezTo>
                  <a:lnTo>
                    <a:pt x="3271" y="3024"/>
                  </a:lnTo>
                  <a:cubicBezTo>
                    <a:pt x="3410" y="3024"/>
                    <a:pt x="3534" y="2902"/>
                    <a:pt x="3534" y="2762"/>
                  </a:cubicBezTo>
                  <a:lnTo>
                    <a:pt x="3534" y="515"/>
                  </a:lnTo>
                  <a:close/>
                  <a:moveTo>
                    <a:pt x="255" y="1"/>
                  </a:moveTo>
                  <a:cubicBezTo>
                    <a:pt x="116" y="1"/>
                    <a:pt x="1" y="122"/>
                    <a:pt x="1" y="263"/>
                  </a:cubicBezTo>
                  <a:lnTo>
                    <a:pt x="1" y="5271"/>
                  </a:lnTo>
                  <a:cubicBezTo>
                    <a:pt x="1" y="5411"/>
                    <a:pt x="116" y="5525"/>
                    <a:pt x="255" y="5525"/>
                  </a:cubicBezTo>
                  <a:lnTo>
                    <a:pt x="5264" y="5525"/>
                  </a:lnTo>
                  <a:cubicBezTo>
                    <a:pt x="5403" y="5525"/>
                    <a:pt x="5518" y="5411"/>
                    <a:pt x="5518" y="5271"/>
                  </a:cubicBezTo>
                  <a:lnTo>
                    <a:pt x="5518" y="263"/>
                  </a:lnTo>
                  <a:cubicBezTo>
                    <a:pt x="5518" y="122"/>
                    <a:pt x="5403" y="1"/>
                    <a:pt x="5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43"/>
            <p:cNvSpPr/>
            <p:nvPr/>
          </p:nvSpPr>
          <p:spPr>
            <a:xfrm>
              <a:off x="5749475" y="4286325"/>
              <a:ext cx="137975" cy="137900"/>
            </a:xfrm>
            <a:custGeom>
              <a:rect b="b" l="l" r="r" t="t"/>
              <a:pathLst>
                <a:path extrusionOk="0" h="5516" w="5519">
                  <a:moveTo>
                    <a:pt x="3017" y="517"/>
                  </a:moveTo>
                  <a:lnTo>
                    <a:pt x="3017" y="2499"/>
                  </a:lnTo>
                  <a:lnTo>
                    <a:pt x="2501" y="2499"/>
                  </a:lnTo>
                  <a:lnTo>
                    <a:pt x="2501" y="517"/>
                  </a:lnTo>
                  <a:close/>
                  <a:moveTo>
                    <a:pt x="5002" y="517"/>
                  </a:moveTo>
                  <a:lnTo>
                    <a:pt x="5002" y="5008"/>
                  </a:lnTo>
                  <a:lnTo>
                    <a:pt x="508" y="5008"/>
                  </a:lnTo>
                  <a:lnTo>
                    <a:pt x="508" y="517"/>
                  </a:lnTo>
                  <a:lnTo>
                    <a:pt x="1985" y="517"/>
                  </a:lnTo>
                  <a:lnTo>
                    <a:pt x="1985" y="2761"/>
                  </a:lnTo>
                  <a:cubicBezTo>
                    <a:pt x="1985" y="2902"/>
                    <a:pt x="2099" y="3015"/>
                    <a:pt x="2248" y="3015"/>
                  </a:cubicBezTo>
                  <a:lnTo>
                    <a:pt x="3271" y="3015"/>
                  </a:lnTo>
                  <a:cubicBezTo>
                    <a:pt x="3410" y="3015"/>
                    <a:pt x="3534" y="2902"/>
                    <a:pt x="3534" y="2761"/>
                  </a:cubicBezTo>
                  <a:lnTo>
                    <a:pt x="3534" y="517"/>
                  </a:lnTo>
                  <a:close/>
                  <a:moveTo>
                    <a:pt x="255" y="1"/>
                  </a:moveTo>
                  <a:cubicBezTo>
                    <a:pt x="116" y="1"/>
                    <a:pt x="1" y="114"/>
                    <a:pt x="1" y="254"/>
                  </a:cubicBezTo>
                  <a:lnTo>
                    <a:pt x="1" y="5262"/>
                  </a:lnTo>
                  <a:cubicBezTo>
                    <a:pt x="1" y="5403"/>
                    <a:pt x="116" y="5516"/>
                    <a:pt x="255" y="5516"/>
                  </a:cubicBezTo>
                  <a:lnTo>
                    <a:pt x="5264" y="5516"/>
                  </a:lnTo>
                  <a:cubicBezTo>
                    <a:pt x="5403" y="5516"/>
                    <a:pt x="5518" y="5403"/>
                    <a:pt x="5518" y="5262"/>
                  </a:cubicBezTo>
                  <a:lnTo>
                    <a:pt x="5518" y="254"/>
                  </a:lnTo>
                  <a:cubicBezTo>
                    <a:pt x="5518" y="114"/>
                    <a:pt x="5403" y="1"/>
                    <a:pt x="5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43"/>
            <p:cNvSpPr/>
            <p:nvPr/>
          </p:nvSpPr>
          <p:spPr>
            <a:xfrm>
              <a:off x="5569625" y="4385300"/>
              <a:ext cx="64275" cy="64275"/>
            </a:xfrm>
            <a:custGeom>
              <a:rect b="b" l="l" r="r" t="t"/>
              <a:pathLst>
                <a:path extrusionOk="0" h="2571" w="2571">
                  <a:moveTo>
                    <a:pt x="1287" y="516"/>
                  </a:moveTo>
                  <a:cubicBezTo>
                    <a:pt x="1715" y="516"/>
                    <a:pt x="2065" y="858"/>
                    <a:pt x="2065" y="1286"/>
                  </a:cubicBezTo>
                  <a:cubicBezTo>
                    <a:pt x="2065" y="1714"/>
                    <a:pt x="1715" y="2054"/>
                    <a:pt x="1287" y="2054"/>
                  </a:cubicBezTo>
                  <a:cubicBezTo>
                    <a:pt x="867" y="2054"/>
                    <a:pt x="517" y="1714"/>
                    <a:pt x="517" y="1286"/>
                  </a:cubicBezTo>
                  <a:cubicBezTo>
                    <a:pt x="517" y="858"/>
                    <a:pt x="867" y="516"/>
                    <a:pt x="1287" y="516"/>
                  </a:cubicBezTo>
                  <a:close/>
                  <a:moveTo>
                    <a:pt x="1287" y="0"/>
                  </a:moveTo>
                  <a:cubicBezTo>
                    <a:pt x="578" y="0"/>
                    <a:pt x="1" y="577"/>
                    <a:pt x="1" y="1286"/>
                  </a:cubicBezTo>
                  <a:cubicBezTo>
                    <a:pt x="1" y="1993"/>
                    <a:pt x="578" y="2570"/>
                    <a:pt x="1287" y="2570"/>
                  </a:cubicBezTo>
                  <a:cubicBezTo>
                    <a:pt x="1994" y="2570"/>
                    <a:pt x="2571" y="1993"/>
                    <a:pt x="2571" y="1286"/>
                  </a:cubicBezTo>
                  <a:cubicBezTo>
                    <a:pt x="2571" y="577"/>
                    <a:pt x="1994" y="0"/>
                    <a:pt x="12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43"/>
            <p:cNvSpPr/>
            <p:nvPr/>
          </p:nvSpPr>
          <p:spPr>
            <a:xfrm>
              <a:off x="5698350" y="4087875"/>
              <a:ext cx="12700" cy="12925"/>
            </a:xfrm>
            <a:custGeom>
              <a:rect b="b" l="l" r="r" t="t"/>
              <a:pathLst>
                <a:path extrusionOk="0" h="517" w="508">
                  <a:moveTo>
                    <a:pt x="254" y="0"/>
                  </a:moveTo>
                  <a:cubicBezTo>
                    <a:pt x="116" y="0"/>
                    <a:pt x="0" y="116"/>
                    <a:pt x="0" y="254"/>
                  </a:cubicBezTo>
                  <a:cubicBezTo>
                    <a:pt x="0" y="395"/>
                    <a:pt x="116" y="516"/>
                    <a:pt x="254" y="516"/>
                  </a:cubicBezTo>
                  <a:cubicBezTo>
                    <a:pt x="395" y="516"/>
                    <a:pt x="508" y="395"/>
                    <a:pt x="508" y="254"/>
                  </a:cubicBezTo>
                  <a:cubicBezTo>
                    <a:pt x="508" y="116"/>
                    <a:pt x="395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43"/>
            <p:cNvSpPr/>
            <p:nvPr/>
          </p:nvSpPr>
          <p:spPr>
            <a:xfrm>
              <a:off x="5672375" y="4036725"/>
              <a:ext cx="215275" cy="413325"/>
            </a:xfrm>
            <a:custGeom>
              <a:rect b="b" l="l" r="r" t="t"/>
              <a:pathLst>
                <a:path extrusionOk="0" h="16533" w="8611">
                  <a:moveTo>
                    <a:pt x="2055" y="517"/>
                  </a:moveTo>
                  <a:lnTo>
                    <a:pt x="2055" y="1033"/>
                  </a:lnTo>
                  <a:lnTo>
                    <a:pt x="506" y="1033"/>
                  </a:lnTo>
                  <a:lnTo>
                    <a:pt x="506" y="517"/>
                  </a:lnTo>
                  <a:close/>
                  <a:moveTo>
                    <a:pt x="2055" y="1549"/>
                  </a:moveTo>
                  <a:lnTo>
                    <a:pt x="2055" y="16016"/>
                  </a:lnTo>
                  <a:lnTo>
                    <a:pt x="506" y="16016"/>
                  </a:lnTo>
                  <a:lnTo>
                    <a:pt x="506" y="1549"/>
                  </a:lnTo>
                  <a:close/>
                  <a:moveTo>
                    <a:pt x="252" y="1"/>
                  </a:moveTo>
                  <a:cubicBezTo>
                    <a:pt x="114" y="1"/>
                    <a:pt x="1" y="125"/>
                    <a:pt x="1" y="263"/>
                  </a:cubicBezTo>
                  <a:lnTo>
                    <a:pt x="1" y="16278"/>
                  </a:lnTo>
                  <a:cubicBezTo>
                    <a:pt x="1" y="16417"/>
                    <a:pt x="114" y="16532"/>
                    <a:pt x="252" y="16532"/>
                  </a:cubicBezTo>
                  <a:lnTo>
                    <a:pt x="8321" y="16532"/>
                  </a:lnTo>
                  <a:cubicBezTo>
                    <a:pt x="8453" y="16532"/>
                    <a:pt x="8575" y="16436"/>
                    <a:pt x="8592" y="16304"/>
                  </a:cubicBezTo>
                  <a:cubicBezTo>
                    <a:pt x="8611" y="16146"/>
                    <a:pt x="8487" y="16016"/>
                    <a:pt x="8329" y="16016"/>
                  </a:cubicBezTo>
                  <a:lnTo>
                    <a:pt x="2571" y="16016"/>
                  </a:lnTo>
                  <a:lnTo>
                    <a:pt x="2571" y="263"/>
                  </a:lnTo>
                  <a:cubicBezTo>
                    <a:pt x="2571" y="125"/>
                    <a:pt x="2455" y="1"/>
                    <a:pt x="23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43"/>
            <p:cNvSpPr/>
            <p:nvPr/>
          </p:nvSpPr>
          <p:spPr>
            <a:xfrm>
              <a:off x="5448575" y="4062075"/>
              <a:ext cx="210925" cy="413725"/>
            </a:xfrm>
            <a:custGeom>
              <a:rect b="b" l="l" r="r" t="t"/>
              <a:pathLst>
                <a:path extrusionOk="0" h="16549" w="8437">
                  <a:moveTo>
                    <a:pt x="2314" y="4855"/>
                  </a:moveTo>
                  <a:cubicBezTo>
                    <a:pt x="2332" y="4855"/>
                    <a:pt x="2351" y="4857"/>
                    <a:pt x="2369" y="4861"/>
                  </a:cubicBezTo>
                  <a:cubicBezTo>
                    <a:pt x="2491" y="4888"/>
                    <a:pt x="2571" y="5001"/>
                    <a:pt x="2571" y="5115"/>
                  </a:cubicBezTo>
                  <a:lnTo>
                    <a:pt x="2571" y="5885"/>
                  </a:lnTo>
                  <a:lnTo>
                    <a:pt x="2055" y="5885"/>
                  </a:lnTo>
                  <a:lnTo>
                    <a:pt x="2055" y="5115"/>
                  </a:lnTo>
                  <a:cubicBezTo>
                    <a:pt x="2055" y="4968"/>
                    <a:pt x="2172" y="4855"/>
                    <a:pt x="2314" y="4855"/>
                  </a:cubicBezTo>
                  <a:close/>
                  <a:moveTo>
                    <a:pt x="7921" y="6401"/>
                  </a:moveTo>
                  <a:lnTo>
                    <a:pt x="7921" y="12780"/>
                  </a:lnTo>
                  <a:cubicBezTo>
                    <a:pt x="7493" y="12248"/>
                    <a:pt x="6844" y="11916"/>
                    <a:pt x="6121" y="11916"/>
                  </a:cubicBezTo>
                  <a:cubicBezTo>
                    <a:pt x="4931" y="11916"/>
                    <a:pt x="3951" y="12816"/>
                    <a:pt x="3830" y="13978"/>
                  </a:cubicBezTo>
                  <a:lnTo>
                    <a:pt x="517" y="13978"/>
                  </a:lnTo>
                  <a:lnTo>
                    <a:pt x="517" y="7169"/>
                  </a:lnTo>
                  <a:cubicBezTo>
                    <a:pt x="517" y="6741"/>
                    <a:pt x="857" y="6401"/>
                    <a:pt x="1285" y="6401"/>
                  </a:cubicBezTo>
                  <a:close/>
                  <a:moveTo>
                    <a:pt x="3830" y="14486"/>
                  </a:moveTo>
                  <a:cubicBezTo>
                    <a:pt x="3846" y="14669"/>
                    <a:pt x="3890" y="14836"/>
                    <a:pt x="3951" y="15002"/>
                  </a:cubicBezTo>
                  <a:lnTo>
                    <a:pt x="517" y="15002"/>
                  </a:lnTo>
                  <a:lnTo>
                    <a:pt x="517" y="14486"/>
                  </a:lnTo>
                  <a:close/>
                  <a:moveTo>
                    <a:pt x="6129" y="12413"/>
                  </a:moveTo>
                  <a:cubicBezTo>
                    <a:pt x="7125" y="12413"/>
                    <a:pt x="7929" y="13219"/>
                    <a:pt x="7929" y="14215"/>
                  </a:cubicBezTo>
                  <a:cubicBezTo>
                    <a:pt x="7929" y="15212"/>
                    <a:pt x="7125" y="16015"/>
                    <a:pt x="6129" y="16015"/>
                  </a:cubicBezTo>
                  <a:cubicBezTo>
                    <a:pt x="5500" y="16015"/>
                    <a:pt x="4948" y="15692"/>
                    <a:pt x="4625" y="15193"/>
                  </a:cubicBezTo>
                  <a:cubicBezTo>
                    <a:pt x="4616" y="15132"/>
                    <a:pt x="4581" y="15080"/>
                    <a:pt x="4537" y="15046"/>
                  </a:cubicBezTo>
                  <a:cubicBezTo>
                    <a:pt x="4407" y="14801"/>
                    <a:pt x="4327" y="14511"/>
                    <a:pt x="4327" y="14215"/>
                  </a:cubicBezTo>
                  <a:cubicBezTo>
                    <a:pt x="4327" y="13219"/>
                    <a:pt x="5141" y="12413"/>
                    <a:pt x="6129" y="12413"/>
                  </a:cubicBezTo>
                  <a:close/>
                  <a:moveTo>
                    <a:pt x="8179" y="0"/>
                  </a:moveTo>
                  <a:cubicBezTo>
                    <a:pt x="8168" y="0"/>
                    <a:pt x="8158" y="1"/>
                    <a:pt x="8147" y="2"/>
                  </a:cubicBezTo>
                  <a:cubicBezTo>
                    <a:pt x="8017" y="19"/>
                    <a:pt x="7921" y="132"/>
                    <a:pt x="7921" y="273"/>
                  </a:cubicBezTo>
                  <a:lnTo>
                    <a:pt x="7921" y="5885"/>
                  </a:lnTo>
                  <a:lnTo>
                    <a:pt x="3087" y="5885"/>
                  </a:lnTo>
                  <a:lnTo>
                    <a:pt x="3087" y="5134"/>
                  </a:lnTo>
                  <a:cubicBezTo>
                    <a:pt x="3087" y="4731"/>
                    <a:pt x="2789" y="4380"/>
                    <a:pt x="2386" y="4347"/>
                  </a:cubicBezTo>
                  <a:cubicBezTo>
                    <a:pt x="2360" y="4344"/>
                    <a:pt x="2335" y="4343"/>
                    <a:pt x="2310" y="4343"/>
                  </a:cubicBezTo>
                  <a:cubicBezTo>
                    <a:pt x="1883" y="4343"/>
                    <a:pt x="1539" y="4687"/>
                    <a:pt x="1539" y="5115"/>
                  </a:cubicBezTo>
                  <a:lnTo>
                    <a:pt x="1539" y="5885"/>
                  </a:lnTo>
                  <a:lnTo>
                    <a:pt x="1285" y="5885"/>
                  </a:lnTo>
                  <a:cubicBezTo>
                    <a:pt x="578" y="5885"/>
                    <a:pt x="1" y="6462"/>
                    <a:pt x="1" y="7169"/>
                  </a:cubicBezTo>
                  <a:lnTo>
                    <a:pt x="1" y="15264"/>
                  </a:lnTo>
                  <a:cubicBezTo>
                    <a:pt x="1" y="15403"/>
                    <a:pt x="114" y="15518"/>
                    <a:pt x="255" y="15518"/>
                  </a:cubicBezTo>
                  <a:lnTo>
                    <a:pt x="4197" y="15518"/>
                  </a:lnTo>
                  <a:cubicBezTo>
                    <a:pt x="4615" y="16142"/>
                    <a:pt x="5319" y="16549"/>
                    <a:pt x="6127" y="16549"/>
                  </a:cubicBezTo>
                  <a:cubicBezTo>
                    <a:pt x="6145" y="16549"/>
                    <a:pt x="6163" y="16549"/>
                    <a:pt x="6181" y="16548"/>
                  </a:cubicBezTo>
                  <a:cubicBezTo>
                    <a:pt x="7421" y="16515"/>
                    <a:pt x="8437" y="15438"/>
                    <a:pt x="8437" y="14197"/>
                  </a:cubicBezTo>
                  <a:lnTo>
                    <a:pt x="8437" y="256"/>
                  </a:lnTo>
                  <a:cubicBezTo>
                    <a:pt x="8437" y="117"/>
                    <a:pt x="8322" y="0"/>
                    <a:pt x="8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43"/>
            <p:cNvSpPr/>
            <p:nvPr/>
          </p:nvSpPr>
          <p:spPr>
            <a:xfrm>
              <a:off x="5473925" y="4234725"/>
              <a:ext cx="52250" cy="12925"/>
            </a:xfrm>
            <a:custGeom>
              <a:rect b="b" l="l" r="r" t="t"/>
              <a:pathLst>
                <a:path extrusionOk="0" h="517" w="2090">
                  <a:moveTo>
                    <a:pt x="281" y="0"/>
                  </a:moveTo>
                  <a:cubicBezTo>
                    <a:pt x="149" y="0"/>
                    <a:pt x="36" y="97"/>
                    <a:pt x="19" y="229"/>
                  </a:cubicBezTo>
                  <a:cubicBezTo>
                    <a:pt x="0" y="386"/>
                    <a:pt x="114" y="516"/>
                    <a:pt x="271" y="516"/>
                  </a:cubicBezTo>
                  <a:lnTo>
                    <a:pt x="1802" y="516"/>
                  </a:lnTo>
                  <a:cubicBezTo>
                    <a:pt x="1932" y="516"/>
                    <a:pt x="2054" y="430"/>
                    <a:pt x="2073" y="298"/>
                  </a:cubicBezTo>
                  <a:cubicBezTo>
                    <a:pt x="2090" y="141"/>
                    <a:pt x="1968" y="0"/>
                    <a:pt x="18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43"/>
            <p:cNvSpPr/>
            <p:nvPr/>
          </p:nvSpPr>
          <p:spPr>
            <a:xfrm>
              <a:off x="5473925" y="4260525"/>
              <a:ext cx="52250" cy="12925"/>
            </a:xfrm>
            <a:custGeom>
              <a:rect b="b" l="l" r="r" t="t"/>
              <a:pathLst>
                <a:path extrusionOk="0" h="517" w="2090">
                  <a:moveTo>
                    <a:pt x="281" y="0"/>
                  </a:moveTo>
                  <a:cubicBezTo>
                    <a:pt x="149" y="0"/>
                    <a:pt x="36" y="97"/>
                    <a:pt x="19" y="227"/>
                  </a:cubicBezTo>
                  <a:cubicBezTo>
                    <a:pt x="0" y="384"/>
                    <a:pt x="114" y="517"/>
                    <a:pt x="271" y="517"/>
                  </a:cubicBezTo>
                  <a:lnTo>
                    <a:pt x="1802" y="517"/>
                  </a:lnTo>
                  <a:cubicBezTo>
                    <a:pt x="1932" y="517"/>
                    <a:pt x="2054" y="420"/>
                    <a:pt x="2073" y="290"/>
                  </a:cubicBezTo>
                  <a:cubicBezTo>
                    <a:pt x="2090" y="133"/>
                    <a:pt x="1968" y="0"/>
                    <a:pt x="18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43"/>
            <p:cNvSpPr/>
            <p:nvPr/>
          </p:nvSpPr>
          <p:spPr>
            <a:xfrm>
              <a:off x="5473925" y="4286325"/>
              <a:ext cx="52250" cy="12925"/>
            </a:xfrm>
            <a:custGeom>
              <a:rect b="b" l="l" r="r" t="t"/>
              <a:pathLst>
                <a:path extrusionOk="0" h="517" w="2090">
                  <a:moveTo>
                    <a:pt x="281" y="1"/>
                  </a:moveTo>
                  <a:cubicBezTo>
                    <a:pt x="149" y="1"/>
                    <a:pt x="36" y="97"/>
                    <a:pt x="19" y="227"/>
                  </a:cubicBezTo>
                  <a:cubicBezTo>
                    <a:pt x="0" y="376"/>
                    <a:pt x="114" y="517"/>
                    <a:pt x="271" y="517"/>
                  </a:cubicBezTo>
                  <a:lnTo>
                    <a:pt x="1802" y="517"/>
                  </a:lnTo>
                  <a:cubicBezTo>
                    <a:pt x="1932" y="517"/>
                    <a:pt x="2054" y="420"/>
                    <a:pt x="2073" y="288"/>
                  </a:cubicBezTo>
                  <a:cubicBezTo>
                    <a:pt x="2090" y="131"/>
                    <a:pt x="1968" y="1"/>
                    <a:pt x="18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5" name="Google Shape;16455;p43"/>
          <p:cNvGrpSpPr/>
          <p:nvPr/>
        </p:nvGrpSpPr>
        <p:grpSpPr>
          <a:xfrm>
            <a:off x="3452328" y="1469038"/>
            <a:ext cx="356525" cy="356566"/>
            <a:chOff x="6210175" y="1899500"/>
            <a:chExt cx="438800" cy="438850"/>
          </a:xfrm>
        </p:grpSpPr>
        <p:sp>
          <p:nvSpPr>
            <p:cNvPr id="16456" name="Google Shape;16456;p43"/>
            <p:cNvSpPr/>
            <p:nvPr/>
          </p:nvSpPr>
          <p:spPr>
            <a:xfrm>
              <a:off x="6210175" y="1899500"/>
              <a:ext cx="438800" cy="438850"/>
            </a:xfrm>
            <a:custGeom>
              <a:rect b="b" l="l" r="r" t="t"/>
              <a:pathLst>
                <a:path extrusionOk="0" h="17554" w="17552">
                  <a:moveTo>
                    <a:pt x="14982" y="508"/>
                  </a:moveTo>
                  <a:lnTo>
                    <a:pt x="14982" y="3086"/>
                  </a:lnTo>
                  <a:lnTo>
                    <a:pt x="2571" y="3086"/>
                  </a:lnTo>
                  <a:lnTo>
                    <a:pt x="2571" y="508"/>
                  </a:lnTo>
                  <a:close/>
                  <a:moveTo>
                    <a:pt x="6477" y="3594"/>
                  </a:moveTo>
                  <a:lnTo>
                    <a:pt x="6477" y="4110"/>
                  </a:lnTo>
                  <a:lnTo>
                    <a:pt x="2571" y="4110"/>
                  </a:lnTo>
                  <a:lnTo>
                    <a:pt x="2571" y="3594"/>
                  </a:lnTo>
                  <a:close/>
                  <a:moveTo>
                    <a:pt x="10595" y="3594"/>
                  </a:moveTo>
                  <a:lnTo>
                    <a:pt x="10595" y="4110"/>
                  </a:lnTo>
                  <a:lnTo>
                    <a:pt x="6993" y="4110"/>
                  </a:lnTo>
                  <a:lnTo>
                    <a:pt x="6993" y="3594"/>
                  </a:lnTo>
                  <a:close/>
                  <a:moveTo>
                    <a:pt x="14982" y="3594"/>
                  </a:moveTo>
                  <a:lnTo>
                    <a:pt x="14982" y="4110"/>
                  </a:lnTo>
                  <a:lnTo>
                    <a:pt x="11076" y="4110"/>
                  </a:lnTo>
                  <a:lnTo>
                    <a:pt x="11076" y="3594"/>
                  </a:lnTo>
                  <a:close/>
                  <a:moveTo>
                    <a:pt x="6477" y="4626"/>
                  </a:moveTo>
                  <a:lnTo>
                    <a:pt x="6477" y="5140"/>
                  </a:lnTo>
                  <a:lnTo>
                    <a:pt x="3873" y="5140"/>
                  </a:lnTo>
                  <a:cubicBezTo>
                    <a:pt x="3716" y="5140"/>
                    <a:pt x="3584" y="4993"/>
                    <a:pt x="3620" y="4825"/>
                  </a:cubicBezTo>
                  <a:cubicBezTo>
                    <a:pt x="3645" y="4704"/>
                    <a:pt x="3758" y="4626"/>
                    <a:pt x="3882" y="4626"/>
                  </a:cubicBezTo>
                  <a:close/>
                  <a:moveTo>
                    <a:pt x="10595" y="4626"/>
                  </a:moveTo>
                  <a:lnTo>
                    <a:pt x="10595" y="6172"/>
                  </a:lnTo>
                  <a:lnTo>
                    <a:pt x="6993" y="6172"/>
                  </a:lnTo>
                  <a:lnTo>
                    <a:pt x="6993" y="5394"/>
                  </a:lnTo>
                  <a:lnTo>
                    <a:pt x="6993" y="4626"/>
                  </a:lnTo>
                  <a:lnTo>
                    <a:pt x="7509" y="4626"/>
                  </a:lnTo>
                  <a:lnTo>
                    <a:pt x="7509" y="5386"/>
                  </a:lnTo>
                  <a:cubicBezTo>
                    <a:pt x="7509" y="5518"/>
                    <a:pt x="7606" y="5639"/>
                    <a:pt x="7736" y="5648"/>
                  </a:cubicBezTo>
                  <a:cubicBezTo>
                    <a:pt x="7750" y="5650"/>
                    <a:pt x="7765" y="5652"/>
                    <a:pt x="7779" y="5652"/>
                  </a:cubicBezTo>
                  <a:cubicBezTo>
                    <a:pt x="7917" y="5652"/>
                    <a:pt x="8025" y="5537"/>
                    <a:pt x="8025" y="5394"/>
                  </a:cubicBezTo>
                  <a:lnTo>
                    <a:pt x="8025" y="4626"/>
                  </a:lnTo>
                  <a:lnTo>
                    <a:pt x="9563" y="4626"/>
                  </a:lnTo>
                  <a:lnTo>
                    <a:pt x="9563" y="5386"/>
                  </a:lnTo>
                  <a:cubicBezTo>
                    <a:pt x="9563" y="5518"/>
                    <a:pt x="9659" y="5639"/>
                    <a:pt x="9790" y="5648"/>
                  </a:cubicBezTo>
                  <a:cubicBezTo>
                    <a:pt x="9804" y="5650"/>
                    <a:pt x="9819" y="5652"/>
                    <a:pt x="9833" y="5652"/>
                  </a:cubicBezTo>
                  <a:cubicBezTo>
                    <a:pt x="9970" y="5652"/>
                    <a:pt x="10079" y="5537"/>
                    <a:pt x="10079" y="5394"/>
                  </a:cubicBezTo>
                  <a:lnTo>
                    <a:pt x="10079" y="4626"/>
                  </a:lnTo>
                  <a:close/>
                  <a:moveTo>
                    <a:pt x="10079" y="6680"/>
                  </a:moveTo>
                  <a:lnTo>
                    <a:pt x="10079" y="7196"/>
                  </a:lnTo>
                  <a:lnTo>
                    <a:pt x="7509" y="7196"/>
                  </a:lnTo>
                  <a:lnTo>
                    <a:pt x="7509" y="6680"/>
                  </a:lnTo>
                  <a:close/>
                  <a:moveTo>
                    <a:pt x="11363" y="7710"/>
                  </a:moveTo>
                  <a:cubicBezTo>
                    <a:pt x="11504" y="7710"/>
                    <a:pt x="11625" y="7825"/>
                    <a:pt x="11625" y="7964"/>
                  </a:cubicBezTo>
                  <a:lnTo>
                    <a:pt x="11625" y="8226"/>
                  </a:lnTo>
                  <a:lnTo>
                    <a:pt x="5961" y="8226"/>
                  </a:lnTo>
                  <a:lnTo>
                    <a:pt x="5961" y="7964"/>
                  </a:lnTo>
                  <a:cubicBezTo>
                    <a:pt x="5961" y="7825"/>
                    <a:pt x="6085" y="7710"/>
                    <a:pt x="6223" y="7710"/>
                  </a:cubicBezTo>
                  <a:close/>
                  <a:moveTo>
                    <a:pt x="14982" y="4626"/>
                  </a:moveTo>
                  <a:lnTo>
                    <a:pt x="14982" y="10280"/>
                  </a:lnTo>
                  <a:lnTo>
                    <a:pt x="2571" y="10280"/>
                  </a:lnTo>
                  <a:lnTo>
                    <a:pt x="2571" y="4626"/>
                  </a:lnTo>
                  <a:lnTo>
                    <a:pt x="3129" y="4626"/>
                  </a:lnTo>
                  <a:cubicBezTo>
                    <a:pt x="3087" y="4739"/>
                    <a:pt x="3076" y="4861"/>
                    <a:pt x="3095" y="4993"/>
                  </a:cubicBezTo>
                  <a:cubicBezTo>
                    <a:pt x="3148" y="5377"/>
                    <a:pt x="3487" y="5656"/>
                    <a:pt x="3873" y="5656"/>
                  </a:cubicBezTo>
                  <a:lnTo>
                    <a:pt x="6477" y="5656"/>
                  </a:lnTo>
                  <a:lnTo>
                    <a:pt x="6477" y="6426"/>
                  </a:lnTo>
                  <a:cubicBezTo>
                    <a:pt x="6477" y="6567"/>
                    <a:pt x="6590" y="6680"/>
                    <a:pt x="6739" y="6680"/>
                  </a:cubicBezTo>
                  <a:lnTo>
                    <a:pt x="6993" y="6680"/>
                  </a:lnTo>
                  <a:lnTo>
                    <a:pt x="6993" y="7196"/>
                  </a:lnTo>
                  <a:lnTo>
                    <a:pt x="6223" y="7196"/>
                  </a:lnTo>
                  <a:cubicBezTo>
                    <a:pt x="5795" y="7196"/>
                    <a:pt x="5455" y="7544"/>
                    <a:pt x="5455" y="7964"/>
                  </a:cubicBezTo>
                  <a:lnTo>
                    <a:pt x="5455" y="8480"/>
                  </a:lnTo>
                  <a:cubicBezTo>
                    <a:pt x="5455" y="8629"/>
                    <a:pt x="5569" y="8742"/>
                    <a:pt x="5709" y="8742"/>
                  </a:cubicBezTo>
                  <a:lnTo>
                    <a:pt x="11879" y="8742"/>
                  </a:lnTo>
                  <a:cubicBezTo>
                    <a:pt x="12020" y="8742"/>
                    <a:pt x="12133" y="8629"/>
                    <a:pt x="12133" y="8480"/>
                  </a:cubicBezTo>
                  <a:lnTo>
                    <a:pt x="12133" y="7964"/>
                  </a:lnTo>
                  <a:cubicBezTo>
                    <a:pt x="12133" y="7544"/>
                    <a:pt x="11793" y="7196"/>
                    <a:pt x="11363" y="7196"/>
                  </a:cubicBezTo>
                  <a:lnTo>
                    <a:pt x="10595" y="7196"/>
                  </a:lnTo>
                  <a:lnTo>
                    <a:pt x="10595" y="6680"/>
                  </a:lnTo>
                  <a:lnTo>
                    <a:pt x="10849" y="6680"/>
                  </a:lnTo>
                  <a:cubicBezTo>
                    <a:pt x="10996" y="6680"/>
                    <a:pt x="11111" y="6567"/>
                    <a:pt x="11111" y="6426"/>
                  </a:cubicBezTo>
                  <a:lnTo>
                    <a:pt x="11111" y="4626"/>
                  </a:lnTo>
                  <a:close/>
                  <a:moveTo>
                    <a:pt x="14982" y="10796"/>
                  </a:moveTo>
                  <a:lnTo>
                    <a:pt x="14982" y="14398"/>
                  </a:lnTo>
                  <a:lnTo>
                    <a:pt x="2571" y="14398"/>
                  </a:lnTo>
                  <a:lnTo>
                    <a:pt x="2571" y="10796"/>
                  </a:lnTo>
                  <a:lnTo>
                    <a:pt x="3087" y="10796"/>
                  </a:lnTo>
                  <a:lnTo>
                    <a:pt x="3087" y="11566"/>
                  </a:lnTo>
                  <a:cubicBezTo>
                    <a:pt x="3087" y="11715"/>
                    <a:pt x="3200" y="11828"/>
                    <a:pt x="3338" y="11828"/>
                  </a:cubicBezTo>
                  <a:lnTo>
                    <a:pt x="12150" y="11828"/>
                  </a:lnTo>
                  <a:cubicBezTo>
                    <a:pt x="12299" y="11828"/>
                    <a:pt x="12412" y="11715"/>
                    <a:pt x="12412" y="11566"/>
                  </a:cubicBezTo>
                  <a:cubicBezTo>
                    <a:pt x="12412" y="11425"/>
                    <a:pt x="12299" y="11312"/>
                    <a:pt x="12150" y="11312"/>
                  </a:cubicBezTo>
                  <a:lnTo>
                    <a:pt x="3601" y="11312"/>
                  </a:lnTo>
                  <a:lnTo>
                    <a:pt x="3601" y="10796"/>
                  </a:lnTo>
                  <a:lnTo>
                    <a:pt x="13952" y="10796"/>
                  </a:lnTo>
                  <a:lnTo>
                    <a:pt x="13952" y="11312"/>
                  </a:lnTo>
                  <a:lnTo>
                    <a:pt x="13182" y="11312"/>
                  </a:lnTo>
                  <a:cubicBezTo>
                    <a:pt x="13041" y="11312"/>
                    <a:pt x="12928" y="11425"/>
                    <a:pt x="12928" y="11566"/>
                  </a:cubicBezTo>
                  <a:cubicBezTo>
                    <a:pt x="12928" y="11715"/>
                    <a:pt x="13041" y="11828"/>
                    <a:pt x="13182" y="11828"/>
                  </a:cubicBezTo>
                  <a:lnTo>
                    <a:pt x="14214" y="11828"/>
                  </a:lnTo>
                  <a:cubicBezTo>
                    <a:pt x="14353" y="11828"/>
                    <a:pt x="14468" y="11715"/>
                    <a:pt x="14468" y="11566"/>
                  </a:cubicBezTo>
                  <a:lnTo>
                    <a:pt x="14468" y="10796"/>
                  </a:lnTo>
                  <a:close/>
                  <a:moveTo>
                    <a:pt x="2055" y="508"/>
                  </a:moveTo>
                  <a:lnTo>
                    <a:pt x="2055" y="17037"/>
                  </a:lnTo>
                  <a:lnTo>
                    <a:pt x="517" y="17037"/>
                  </a:lnTo>
                  <a:lnTo>
                    <a:pt x="517" y="508"/>
                  </a:lnTo>
                  <a:close/>
                  <a:moveTo>
                    <a:pt x="17038" y="508"/>
                  </a:moveTo>
                  <a:lnTo>
                    <a:pt x="17038" y="17037"/>
                  </a:lnTo>
                  <a:lnTo>
                    <a:pt x="15498" y="17037"/>
                  </a:lnTo>
                  <a:lnTo>
                    <a:pt x="15498" y="508"/>
                  </a:lnTo>
                  <a:close/>
                  <a:moveTo>
                    <a:pt x="255" y="0"/>
                  </a:moveTo>
                  <a:cubicBezTo>
                    <a:pt x="114" y="0"/>
                    <a:pt x="1" y="116"/>
                    <a:pt x="1" y="254"/>
                  </a:cubicBezTo>
                  <a:lnTo>
                    <a:pt x="1" y="17291"/>
                  </a:lnTo>
                  <a:cubicBezTo>
                    <a:pt x="1" y="17440"/>
                    <a:pt x="114" y="17553"/>
                    <a:pt x="255" y="17553"/>
                  </a:cubicBezTo>
                  <a:lnTo>
                    <a:pt x="2317" y="17553"/>
                  </a:lnTo>
                  <a:cubicBezTo>
                    <a:pt x="2457" y="17553"/>
                    <a:pt x="2571" y="17440"/>
                    <a:pt x="2571" y="17291"/>
                  </a:cubicBezTo>
                  <a:lnTo>
                    <a:pt x="2571" y="14914"/>
                  </a:lnTo>
                  <a:lnTo>
                    <a:pt x="14982" y="14914"/>
                  </a:lnTo>
                  <a:lnTo>
                    <a:pt x="14982" y="17291"/>
                  </a:lnTo>
                  <a:cubicBezTo>
                    <a:pt x="14982" y="17440"/>
                    <a:pt x="15097" y="17553"/>
                    <a:pt x="15236" y="17553"/>
                  </a:cubicBezTo>
                  <a:lnTo>
                    <a:pt x="17300" y="17553"/>
                  </a:lnTo>
                  <a:cubicBezTo>
                    <a:pt x="17439" y="17553"/>
                    <a:pt x="17552" y="17440"/>
                    <a:pt x="17552" y="17291"/>
                  </a:cubicBezTo>
                  <a:lnTo>
                    <a:pt x="17552" y="254"/>
                  </a:lnTo>
                  <a:cubicBezTo>
                    <a:pt x="17552" y="116"/>
                    <a:pt x="17439" y="0"/>
                    <a:pt x="17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43"/>
            <p:cNvSpPr/>
            <p:nvPr/>
          </p:nvSpPr>
          <p:spPr>
            <a:xfrm>
              <a:off x="6533375" y="2208100"/>
              <a:ext cx="38500" cy="38475"/>
            </a:xfrm>
            <a:custGeom>
              <a:rect b="b" l="l" r="r" t="t"/>
              <a:pathLst>
                <a:path extrusionOk="0" h="1539" w="1540">
                  <a:moveTo>
                    <a:pt x="770" y="506"/>
                  </a:moveTo>
                  <a:cubicBezTo>
                    <a:pt x="911" y="506"/>
                    <a:pt x="1024" y="630"/>
                    <a:pt x="1024" y="768"/>
                  </a:cubicBezTo>
                  <a:cubicBezTo>
                    <a:pt x="1024" y="909"/>
                    <a:pt x="911" y="1022"/>
                    <a:pt x="770" y="1022"/>
                  </a:cubicBezTo>
                  <a:cubicBezTo>
                    <a:pt x="629" y="1022"/>
                    <a:pt x="516" y="909"/>
                    <a:pt x="516" y="768"/>
                  </a:cubicBezTo>
                  <a:cubicBezTo>
                    <a:pt x="516" y="630"/>
                    <a:pt x="629" y="506"/>
                    <a:pt x="770" y="506"/>
                  </a:cubicBezTo>
                  <a:close/>
                  <a:moveTo>
                    <a:pt x="770" y="0"/>
                  </a:moveTo>
                  <a:cubicBezTo>
                    <a:pt x="342" y="0"/>
                    <a:pt x="0" y="340"/>
                    <a:pt x="0" y="768"/>
                  </a:cubicBezTo>
                  <a:cubicBezTo>
                    <a:pt x="0" y="1198"/>
                    <a:pt x="342" y="1538"/>
                    <a:pt x="770" y="1538"/>
                  </a:cubicBezTo>
                  <a:cubicBezTo>
                    <a:pt x="1198" y="1538"/>
                    <a:pt x="1540" y="1198"/>
                    <a:pt x="1540" y="768"/>
                  </a:cubicBezTo>
                  <a:cubicBezTo>
                    <a:pt x="1540" y="340"/>
                    <a:pt x="1198" y="0"/>
                    <a:pt x="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43"/>
            <p:cNvSpPr/>
            <p:nvPr/>
          </p:nvSpPr>
          <p:spPr>
            <a:xfrm>
              <a:off x="6481800" y="2208100"/>
              <a:ext cx="38675" cy="38475"/>
            </a:xfrm>
            <a:custGeom>
              <a:rect b="b" l="l" r="r" t="t"/>
              <a:pathLst>
                <a:path extrusionOk="0" h="1539" w="1547">
                  <a:moveTo>
                    <a:pt x="779" y="506"/>
                  </a:moveTo>
                  <a:cubicBezTo>
                    <a:pt x="918" y="506"/>
                    <a:pt x="1033" y="630"/>
                    <a:pt x="1033" y="768"/>
                  </a:cubicBezTo>
                  <a:cubicBezTo>
                    <a:pt x="1033" y="909"/>
                    <a:pt x="918" y="1022"/>
                    <a:pt x="779" y="1022"/>
                  </a:cubicBezTo>
                  <a:cubicBezTo>
                    <a:pt x="630" y="1022"/>
                    <a:pt x="517" y="909"/>
                    <a:pt x="517" y="768"/>
                  </a:cubicBezTo>
                  <a:cubicBezTo>
                    <a:pt x="517" y="630"/>
                    <a:pt x="630" y="506"/>
                    <a:pt x="779" y="506"/>
                  </a:cubicBezTo>
                  <a:close/>
                  <a:moveTo>
                    <a:pt x="779" y="0"/>
                  </a:moveTo>
                  <a:cubicBezTo>
                    <a:pt x="351" y="0"/>
                    <a:pt x="1" y="340"/>
                    <a:pt x="1" y="768"/>
                  </a:cubicBezTo>
                  <a:cubicBezTo>
                    <a:pt x="1" y="1198"/>
                    <a:pt x="351" y="1538"/>
                    <a:pt x="779" y="1538"/>
                  </a:cubicBezTo>
                  <a:cubicBezTo>
                    <a:pt x="1199" y="1538"/>
                    <a:pt x="1547" y="1198"/>
                    <a:pt x="1547" y="768"/>
                  </a:cubicBezTo>
                  <a:cubicBezTo>
                    <a:pt x="1547" y="340"/>
                    <a:pt x="1199" y="0"/>
                    <a:pt x="7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9" name="Google Shape;16459;p43"/>
          <p:cNvGrpSpPr/>
          <p:nvPr/>
        </p:nvGrpSpPr>
        <p:grpSpPr>
          <a:xfrm>
            <a:off x="7217963" y="1488700"/>
            <a:ext cx="356566" cy="335603"/>
            <a:chOff x="6942675" y="1250925"/>
            <a:chExt cx="438850" cy="413050"/>
          </a:xfrm>
        </p:grpSpPr>
        <p:sp>
          <p:nvSpPr>
            <p:cNvPr id="16460" name="Google Shape;16460;p43"/>
            <p:cNvSpPr/>
            <p:nvPr/>
          </p:nvSpPr>
          <p:spPr>
            <a:xfrm>
              <a:off x="7317250" y="1599700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401"/>
                    <a:pt x="114" y="517"/>
                    <a:pt x="263" y="517"/>
                  </a:cubicBezTo>
                  <a:cubicBezTo>
                    <a:pt x="403" y="517"/>
                    <a:pt x="516" y="401"/>
                    <a:pt x="516" y="255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43"/>
            <p:cNvSpPr/>
            <p:nvPr/>
          </p:nvSpPr>
          <p:spPr>
            <a:xfrm>
              <a:off x="6994275" y="1599700"/>
              <a:ext cx="12675" cy="12925"/>
            </a:xfrm>
            <a:custGeom>
              <a:rect b="b" l="l" r="r" t="t"/>
              <a:pathLst>
                <a:path extrusionOk="0" h="517" w="507">
                  <a:moveTo>
                    <a:pt x="254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401"/>
                    <a:pt x="114" y="517"/>
                    <a:pt x="254" y="517"/>
                  </a:cubicBezTo>
                  <a:cubicBezTo>
                    <a:pt x="393" y="517"/>
                    <a:pt x="506" y="401"/>
                    <a:pt x="506" y="255"/>
                  </a:cubicBezTo>
                  <a:cubicBezTo>
                    <a:pt x="506" y="114"/>
                    <a:pt x="393" y="1"/>
                    <a:pt x="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43"/>
            <p:cNvSpPr/>
            <p:nvPr/>
          </p:nvSpPr>
          <p:spPr>
            <a:xfrm>
              <a:off x="7155750" y="1599700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1"/>
                  </a:moveTo>
                  <a:cubicBezTo>
                    <a:pt x="114" y="1"/>
                    <a:pt x="1" y="114"/>
                    <a:pt x="1" y="255"/>
                  </a:cubicBezTo>
                  <a:cubicBezTo>
                    <a:pt x="1" y="401"/>
                    <a:pt x="114" y="517"/>
                    <a:pt x="255" y="517"/>
                  </a:cubicBezTo>
                  <a:cubicBezTo>
                    <a:pt x="404" y="517"/>
                    <a:pt x="517" y="401"/>
                    <a:pt x="517" y="255"/>
                  </a:cubicBezTo>
                  <a:cubicBezTo>
                    <a:pt x="517" y="114"/>
                    <a:pt x="404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43"/>
            <p:cNvSpPr/>
            <p:nvPr/>
          </p:nvSpPr>
          <p:spPr>
            <a:xfrm>
              <a:off x="6968475" y="1573900"/>
              <a:ext cx="387500" cy="64475"/>
            </a:xfrm>
            <a:custGeom>
              <a:rect b="b" l="l" r="r" t="t"/>
              <a:pathLst>
                <a:path extrusionOk="0" h="2579" w="15500">
                  <a:moveTo>
                    <a:pt x="1286" y="517"/>
                  </a:moveTo>
                  <a:cubicBezTo>
                    <a:pt x="1714" y="517"/>
                    <a:pt x="2054" y="867"/>
                    <a:pt x="2054" y="1287"/>
                  </a:cubicBezTo>
                  <a:cubicBezTo>
                    <a:pt x="2054" y="1715"/>
                    <a:pt x="1714" y="2063"/>
                    <a:pt x="1286" y="2063"/>
                  </a:cubicBezTo>
                  <a:cubicBezTo>
                    <a:pt x="856" y="2063"/>
                    <a:pt x="516" y="1715"/>
                    <a:pt x="516" y="1287"/>
                  </a:cubicBezTo>
                  <a:cubicBezTo>
                    <a:pt x="516" y="867"/>
                    <a:pt x="856" y="517"/>
                    <a:pt x="1286" y="517"/>
                  </a:cubicBezTo>
                  <a:close/>
                  <a:moveTo>
                    <a:pt x="7746" y="517"/>
                  </a:moveTo>
                  <a:cubicBezTo>
                    <a:pt x="8174" y="517"/>
                    <a:pt x="8524" y="867"/>
                    <a:pt x="8524" y="1287"/>
                  </a:cubicBezTo>
                  <a:cubicBezTo>
                    <a:pt x="8524" y="1715"/>
                    <a:pt x="8174" y="2063"/>
                    <a:pt x="7746" y="2063"/>
                  </a:cubicBezTo>
                  <a:cubicBezTo>
                    <a:pt x="7326" y="2063"/>
                    <a:pt x="6976" y="1715"/>
                    <a:pt x="6976" y="1287"/>
                  </a:cubicBezTo>
                  <a:cubicBezTo>
                    <a:pt x="6976" y="867"/>
                    <a:pt x="7326" y="517"/>
                    <a:pt x="7746" y="517"/>
                  </a:cubicBezTo>
                  <a:close/>
                  <a:moveTo>
                    <a:pt x="13181" y="517"/>
                  </a:moveTo>
                  <a:cubicBezTo>
                    <a:pt x="13024" y="735"/>
                    <a:pt x="12930" y="997"/>
                    <a:pt x="12930" y="1287"/>
                  </a:cubicBezTo>
                  <a:cubicBezTo>
                    <a:pt x="12930" y="1582"/>
                    <a:pt x="13024" y="1845"/>
                    <a:pt x="13181" y="2063"/>
                  </a:cubicBezTo>
                  <a:lnTo>
                    <a:pt x="8776" y="2063"/>
                  </a:lnTo>
                  <a:cubicBezTo>
                    <a:pt x="8933" y="1845"/>
                    <a:pt x="9030" y="1582"/>
                    <a:pt x="9030" y="1287"/>
                  </a:cubicBezTo>
                  <a:cubicBezTo>
                    <a:pt x="9030" y="997"/>
                    <a:pt x="8933" y="735"/>
                    <a:pt x="8776" y="517"/>
                  </a:cubicBezTo>
                  <a:close/>
                  <a:moveTo>
                    <a:pt x="14214" y="517"/>
                  </a:moveTo>
                  <a:cubicBezTo>
                    <a:pt x="14633" y="517"/>
                    <a:pt x="14984" y="867"/>
                    <a:pt x="14984" y="1287"/>
                  </a:cubicBezTo>
                  <a:cubicBezTo>
                    <a:pt x="14984" y="1715"/>
                    <a:pt x="14633" y="2063"/>
                    <a:pt x="14214" y="2063"/>
                  </a:cubicBezTo>
                  <a:cubicBezTo>
                    <a:pt x="13786" y="2063"/>
                    <a:pt x="13435" y="1715"/>
                    <a:pt x="13435" y="1287"/>
                  </a:cubicBezTo>
                  <a:cubicBezTo>
                    <a:pt x="13435" y="867"/>
                    <a:pt x="13786" y="517"/>
                    <a:pt x="14214" y="517"/>
                  </a:cubicBezTo>
                  <a:close/>
                  <a:moveTo>
                    <a:pt x="1286" y="1"/>
                  </a:moveTo>
                  <a:cubicBezTo>
                    <a:pt x="577" y="1"/>
                    <a:pt x="0" y="577"/>
                    <a:pt x="0" y="1287"/>
                  </a:cubicBezTo>
                  <a:cubicBezTo>
                    <a:pt x="0" y="2002"/>
                    <a:pt x="577" y="2579"/>
                    <a:pt x="1286" y="2579"/>
                  </a:cubicBezTo>
                  <a:lnTo>
                    <a:pt x="4003" y="2579"/>
                  </a:lnTo>
                  <a:cubicBezTo>
                    <a:pt x="4144" y="2579"/>
                    <a:pt x="4257" y="2457"/>
                    <a:pt x="4257" y="2317"/>
                  </a:cubicBezTo>
                  <a:cubicBezTo>
                    <a:pt x="4257" y="2178"/>
                    <a:pt x="4144" y="2063"/>
                    <a:pt x="4003" y="2063"/>
                  </a:cubicBezTo>
                  <a:lnTo>
                    <a:pt x="2316" y="2063"/>
                  </a:lnTo>
                  <a:cubicBezTo>
                    <a:pt x="2474" y="1845"/>
                    <a:pt x="2570" y="1582"/>
                    <a:pt x="2570" y="1287"/>
                  </a:cubicBezTo>
                  <a:cubicBezTo>
                    <a:pt x="2570" y="997"/>
                    <a:pt x="2474" y="735"/>
                    <a:pt x="2316" y="517"/>
                  </a:cubicBezTo>
                  <a:lnTo>
                    <a:pt x="6722" y="517"/>
                  </a:lnTo>
                  <a:cubicBezTo>
                    <a:pt x="6556" y="735"/>
                    <a:pt x="6460" y="997"/>
                    <a:pt x="6460" y="1287"/>
                  </a:cubicBezTo>
                  <a:cubicBezTo>
                    <a:pt x="6460" y="1582"/>
                    <a:pt x="6556" y="1845"/>
                    <a:pt x="6722" y="2063"/>
                  </a:cubicBezTo>
                  <a:lnTo>
                    <a:pt x="5027" y="2063"/>
                  </a:lnTo>
                  <a:cubicBezTo>
                    <a:pt x="4886" y="2063"/>
                    <a:pt x="4773" y="2178"/>
                    <a:pt x="4773" y="2317"/>
                  </a:cubicBezTo>
                  <a:cubicBezTo>
                    <a:pt x="4773" y="2457"/>
                    <a:pt x="4886" y="2579"/>
                    <a:pt x="5027" y="2579"/>
                  </a:cubicBezTo>
                  <a:lnTo>
                    <a:pt x="14214" y="2579"/>
                  </a:lnTo>
                  <a:cubicBezTo>
                    <a:pt x="14923" y="2579"/>
                    <a:pt x="15500" y="2002"/>
                    <a:pt x="15500" y="1287"/>
                  </a:cubicBezTo>
                  <a:cubicBezTo>
                    <a:pt x="15500" y="577"/>
                    <a:pt x="14923" y="1"/>
                    <a:pt x="14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43"/>
            <p:cNvSpPr/>
            <p:nvPr/>
          </p:nvSpPr>
          <p:spPr>
            <a:xfrm>
              <a:off x="6942675" y="1548350"/>
              <a:ext cx="438850" cy="115625"/>
            </a:xfrm>
            <a:custGeom>
              <a:rect b="b" l="l" r="r" t="t"/>
              <a:pathLst>
                <a:path extrusionOk="0" h="4625" w="17554">
                  <a:moveTo>
                    <a:pt x="15246" y="515"/>
                  </a:moveTo>
                  <a:cubicBezTo>
                    <a:pt x="16234" y="515"/>
                    <a:pt x="17046" y="1320"/>
                    <a:pt x="17046" y="2309"/>
                  </a:cubicBezTo>
                  <a:cubicBezTo>
                    <a:pt x="17046" y="3305"/>
                    <a:pt x="16234" y="4109"/>
                    <a:pt x="15246" y="4109"/>
                  </a:cubicBezTo>
                  <a:lnTo>
                    <a:pt x="2318" y="4109"/>
                  </a:lnTo>
                  <a:cubicBezTo>
                    <a:pt x="1322" y="4109"/>
                    <a:pt x="516" y="3305"/>
                    <a:pt x="516" y="2309"/>
                  </a:cubicBezTo>
                  <a:cubicBezTo>
                    <a:pt x="516" y="1320"/>
                    <a:pt x="1322" y="515"/>
                    <a:pt x="2318" y="515"/>
                  </a:cubicBezTo>
                  <a:close/>
                  <a:moveTo>
                    <a:pt x="2318" y="1"/>
                  </a:moveTo>
                  <a:cubicBezTo>
                    <a:pt x="1041" y="1"/>
                    <a:pt x="0" y="1031"/>
                    <a:pt x="0" y="2309"/>
                  </a:cubicBezTo>
                  <a:cubicBezTo>
                    <a:pt x="0" y="3584"/>
                    <a:pt x="1041" y="4625"/>
                    <a:pt x="2318" y="4625"/>
                  </a:cubicBezTo>
                  <a:lnTo>
                    <a:pt x="15246" y="4625"/>
                  </a:lnTo>
                  <a:cubicBezTo>
                    <a:pt x="16521" y="4625"/>
                    <a:pt x="17553" y="3584"/>
                    <a:pt x="17553" y="2309"/>
                  </a:cubicBezTo>
                  <a:cubicBezTo>
                    <a:pt x="17553" y="1031"/>
                    <a:pt x="16521" y="1"/>
                    <a:pt x="15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43"/>
            <p:cNvSpPr/>
            <p:nvPr/>
          </p:nvSpPr>
          <p:spPr>
            <a:xfrm>
              <a:off x="7019825" y="1250925"/>
              <a:ext cx="284550" cy="284550"/>
            </a:xfrm>
            <a:custGeom>
              <a:rect b="b" l="l" r="r" t="t"/>
              <a:pathLst>
                <a:path extrusionOk="0" h="11382" w="11382">
                  <a:moveTo>
                    <a:pt x="10876" y="506"/>
                  </a:moveTo>
                  <a:lnTo>
                    <a:pt x="10876" y="10866"/>
                  </a:lnTo>
                  <a:lnTo>
                    <a:pt x="516" y="10866"/>
                  </a:lnTo>
                  <a:lnTo>
                    <a:pt x="516" y="506"/>
                  </a:lnTo>
                  <a:lnTo>
                    <a:pt x="4425" y="506"/>
                  </a:lnTo>
                  <a:lnTo>
                    <a:pt x="4425" y="2447"/>
                  </a:lnTo>
                  <a:cubicBezTo>
                    <a:pt x="4425" y="2579"/>
                    <a:pt x="4519" y="2692"/>
                    <a:pt x="4651" y="2709"/>
                  </a:cubicBezTo>
                  <a:cubicBezTo>
                    <a:pt x="4663" y="2710"/>
                    <a:pt x="4674" y="2711"/>
                    <a:pt x="4685" y="2711"/>
                  </a:cubicBezTo>
                  <a:cubicBezTo>
                    <a:pt x="4827" y="2711"/>
                    <a:pt x="4939" y="2603"/>
                    <a:pt x="4939" y="2457"/>
                  </a:cubicBezTo>
                  <a:lnTo>
                    <a:pt x="4939" y="506"/>
                  </a:lnTo>
                  <a:lnTo>
                    <a:pt x="6487" y="506"/>
                  </a:lnTo>
                  <a:lnTo>
                    <a:pt x="6487" y="5447"/>
                  </a:lnTo>
                  <a:lnTo>
                    <a:pt x="4939" y="5447"/>
                  </a:lnTo>
                  <a:lnTo>
                    <a:pt x="4939" y="3515"/>
                  </a:lnTo>
                  <a:cubicBezTo>
                    <a:pt x="4939" y="3383"/>
                    <a:pt x="4844" y="3261"/>
                    <a:pt x="4712" y="3252"/>
                  </a:cubicBezTo>
                  <a:cubicBezTo>
                    <a:pt x="4697" y="3250"/>
                    <a:pt x="4683" y="3249"/>
                    <a:pt x="4669" y="3249"/>
                  </a:cubicBezTo>
                  <a:cubicBezTo>
                    <a:pt x="4531" y="3249"/>
                    <a:pt x="4425" y="3364"/>
                    <a:pt x="4425" y="3506"/>
                  </a:cubicBezTo>
                  <a:lnTo>
                    <a:pt x="4425" y="5709"/>
                  </a:lnTo>
                  <a:cubicBezTo>
                    <a:pt x="4425" y="5848"/>
                    <a:pt x="4538" y="5961"/>
                    <a:pt x="4687" y="5961"/>
                  </a:cubicBezTo>
                  <a:lnTo>
                    <a:pt x="6741" y="5961"/>
                  </a:lnTo>
                  <a:cubicBezTo>
                    <a:pt x="6879" y="5961"/>
                    <a:pt x="6995" y="5848"/>
                    <a:pt x="6995" y="5709"/>
                  </a:cubicBezTo>
                  <a:lnTo>
                    <a:pt x="6995" y="506"/>
                  </a:lnTo>
                  <a:close/>
                  <a:moveTo>
                    <a:pt x="262" y="1"/>
                  </a:moveTo>
                  <a:cubicBezTo>
                    <a:pt x="113" y="1"/>
                    <a:pt x="0" y="114"/>
                    <a:pt x="0" y="255"/>
                  </a:cubicBezTo>
                  <a:lnTo>
                    <a:pt x="0" y="11120"/>
                  </a:lnTo>
                  <a:cubicBezTo>
                    <a:pt x="0" y="11269"/>
                    <a:pt x="113" y="11382"/>
                    <a:pt x="262" y="11382"/>
                  </a:cubicBezTo>
                  <a:lnTo>
                    <a:pt x="11127" y="11382"/>
                  </a:lnTo>
                  <a:cubicBezTo>
                    <a:pt x="11268" y="11382"/>
                    <a:pt x="11381" y="11269"/>
                    <a:pt x="11381" y="11120"/>
                  </a:cubicBezTo>
                  <a:lnTo>
                    <a:pt x="11381" y="255"/>
                  </a:lnTo>
                  <a:cubicBezTo>
                    <a:pt x="11381" y="114"/>
                    <a:pt x="11268" y="1"/>
                    <a:pt x="11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600"/>
                                        <p:tgtEl>
                                          <p:spTgt spid="16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69" name="Shape 16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0" name="Google Shape;16470;p44"/>
          <p:cNvSpPr/>
          <p:nvPr/>
        </p:nvSpPr>
        <p:spPr>
          <a:xfrm flipH="1">
            <a:off x="-358282" y="-337700"/>
            <a:ext cx="1216924" cy="118018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71" name="Google Shape;16471;p44"/>
          <p:cNvGrpSpPr/>
          <p:nvPr/>
        </p:nvGrpSpPr>
        <p:grpSpPr>
          <a:xfrm>
            <a:off x="4979100" y="629178"/>
            <a:ext cx="4165036" cy="4164909"/>
            <a:chOff x="1136350" y="86675"/>
            <a:chExt cx="4941903" cy="4941752"/>
          </a:xfrm>
        </p:grpSpPr>
        <p:sp>
          <p:nvSpPr>
            <p:cNvPr id="16472" name="Google Shape;16472;p44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44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44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44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44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44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44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44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44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44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44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44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44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44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44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44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44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44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44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44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44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44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44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44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44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44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44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44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44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44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44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44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44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44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44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44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44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44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44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44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44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44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44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44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44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44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44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44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44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44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44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44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44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44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44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44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44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44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44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44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44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44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44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44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44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44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44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44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44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44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44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44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44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44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44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44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44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44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44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44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44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44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44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44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44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44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44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559" name="Google Shape;16559;p44" title="IMG_5954.jpeg"/>
          <p:cNvPicPr preferRelativeResize="0"/>
          <p:nvPr>
            <p:ph idx="2" type="pic"/>
          </p:nvPr>
        </p:nvPicPr>
        <p:blipFill rotWithShape="1">
          <a:blip r:embed="rId3">
            <a:alphaModFix/>
          </a:blip>
          <a:srcRect b="12498" l="0" r="0" t="12573"/>
          <a:stretch/>
        </p:blipFill>
        <p:spPr>
          <a:xfrm>
            <a:off x="5870312" y="1521536"/>
            <a:ext cx="2382600" cy="23802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6560" name="Google Shape;16560;p44"/>
          <p:cNvSpPr txBox="1"/>
          <p:nvPr>
            <p:ph idx="4294967295" type="title"/>
          </p:nvPr>
        </p:nvSpPr>
        <p:spPr>
          <a:xfrm>
            <a:off x="424851" y="1359175"/>
            <a:ext cx="4634100" cy="13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/>
              <a:t>Thanks!</a:t>
            </a:r>
            <a:endParaRPr sz="8000"/>
          </a:p>
        </p:txBody>
      </p:sp>
      <p:sp>
        <p:nvSpPr>
          <p:cNvPr id="16561" name="Google Shape;16561;p44"/>
          <p:cNvSpPr txBox="1"/>
          <p:nvPr>
            <p:ph idx="4294967295" type="subTitle"/>
          </p:nvPr>
        </p:nvSpPr>
        <p:spPr>
          <a:xfrm>
            <a:off x="517850" y="2757821"/>
            <a:ext cx="4448100" cy="114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>
                <a:solidFill>
                  <a:schemeClr val="dk1"/>
                </a:solidFill>
                <a:highlight>
                  <a:schemeClr val="dk2"/>
                </a:highlight>
              </a:rPr>
              <a:t>Do you have any questions?</a:t>
            </a:r>
            <a:endParaRPr/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5000" fill="hold"/>
                                        <p:tgtEl>
                                          <p:spTgt spid="164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50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5000" fill="hold"/>
                                        <p:tgtEl>
                                          <p:spTgt spid="164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xmlns:r="http://schemas.openxmlformats.org/officeDocument/2006/relationships" name="Mechanical Engineering Degree for College by Slidesgo">
  <a:themeElements>
    <a:clrScheme name="Simple Light">
      <a:dk1>
        <a:srgbClr val="0D5BA2"/>
      </a:dk1>
      <a:lt1>
        <a:srgbClr val="EFEFEF"/>
      </a:lt1>
      <a:dk2>
        <a:srgbClr val="FFFFFF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